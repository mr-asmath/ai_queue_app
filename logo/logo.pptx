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>
        <p:scale>
          <a:sx n="66" d="100"/>
          <a:sy n="66" d="100"/>
        </p:scale>
        <p:origin x="15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54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4498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1304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9368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633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5483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7478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4383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21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022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5071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0B855-104C-41CC-9203-0F7B4B144640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9B6384-929A-45FB-8A91-EC67C8454A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4350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/>
          <p:cNvGrpSpPr/>
          <p:nvPr/>
        </p:nvGrpSpPr>
        <p:grpSpPr>
          <a:xfrm>
            <a:off x="2990063" y="606424"/>
            <a:ext cx="5992464" cy="4774748"/>
            <a:chOff x="3628692" y="577395"/>
            <a:chExt cx="5992464" cy="4774748"/>
          </a:xfrm>
          <a:solidFill>
            <a:srgbClr val="0066FF"/>
          </a:solidFill>
        </p:grpSpPr>
        <p:grpSp>
          <p:nvGrpSpPr>
            <p:cNvPr id="52" name="Group 51"/>
            <p:cNvGrpSpPr/>
            <p:nvPr/>
          </p:nvGrpSpPr>
          <p:grpSpPr>
            <a:xfrm rot="4561140">
              <a:off x="4563611" y="1869797"/>
              <a:ext cx="461028" cy="2330866"/>
              <a:chOff x="3782448" y="2508076"/>
              <a:chExt cx="461028" cy="2330866"/>
            </a:xfrm>
            <a:grpFill/>
          </p:grpSpPr>
          <p:sp>
            <p:nvSpPr>
              <p:cNvPr id="49" name="Freeform 48"/>
              <p:cNvSpPr/>
              <p:nvPr/>
            </p:nvSpPr>
            <p:spPr>
              <a:xfrm>
                <a:off x="3782448" y="2508076"/>
                <a:ext cx="456124" cy="2226454"/>
              </a:xfrm>
              <a:custGeom>
                <a:avLst/>
                <a:gdLst>
                  <a:gd name="connsiteX0" fmla="*/ 399512 w 799024"/>
                  <a:gd name="connsiteY0" fmla="*/ 0 h 2093120"/>
                  <a:gd name="connsiteX1" fmla="*/ 799024 w 799024"/>
                  <a:gd name="connsiteY1" fmla="*/ 358927 h 2093120"/>
                  <a:gd name="connsiteX2" fmla="*/ 794947 w 799024"/>
                  <a:gd name="connsiteY2" fmla="*/ 395269 h 2093120"/>
                  <a:gd name="connsiteX3" fmla="*/ 796319 w 799024"/>
                  <a:gd name="connsiteY3" fmla="*/ 399240 h 2093120"/>
                  <a:gd name="connsiteX4" fmla="*/ 799024 w 799024"/>
                  <a:gd name="connsiteY4" fmla="*/ 423353 h 2093120"/>
                  <a:gd name="connsiteX5" fmla="*/ 799024 w 799024"/>
                  <a:gd name="connsiteY5" fmla="*/ 1605968 h 2093120"/>
                  <a:gd name="connsiteX6" fmla="*/ 791359 w 799024"/>
                  <a:gd name="connsiteY6" fmla="*/ 1640078 h 2093120"/>
                  <a:gd name="connsiteX7" fmla="*/ 799024 w 799024"/>
                  <a:gd name="connsiteY7" fmla="*/ 1712516 h 2093120"/>
                  <a:gd name="connsiteX8" fmla="*/ 399512 w 799024"/>
                  <a:gd name="connsiteY8" fmla="*/ 2093120 h 2093120"/>
                  <a:gd name="connsiteX9" fmla="*/ 0 w 799024"/>
                  <a:gd name="connsiteY9" fmla="*/ 1712516 h 2093120"/>
                  <a:gd name="connsiteX10" fmla="*/ 7665 w 799024"/>
                  <a:gd name="connsiteY10" fmla="*/ 1640078 h 2093120"/>
                  <a:gd name="connsiteX11" fmla="*/ 0 w 799024"/>
                  <a:gd name="connsiteY11" fmla="*/ 1605968 h 2093120"/>
                  <a:gd name="connsiteX12" fmla="*/ 0 w 799024"/>
                  <a:gd name="connsiteY12" fmla="*/ 423353 h 2093120"/>
                  <a:gd name="connsiteX13" fmla="*/ 2706 w 799024"/>
                  <a:gd name="connsiteY13" fmla="*/ 399240 h 2093120"/>
                  <a:gd name="connsiteX14" fmla="*/ 4078 w 799024"/>
                  <a:gd name="connsiteY14" fmla="*/ 395269 h 2093120"/>
                  <a:gd name="connsiteX15" fmla="*/ 0 w 799024"/>
                  <a:gd name="connsiteY15" fmla="*/ 358927 h 2093120"/>
                  <a:gd name="connsiteX16" fmla="*/ 399512 w 799024"/>
                  <a:gd name="connsiteY16" fmla="*/ 0 h 2093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99024" h="2093120">
                    <a:moveTo>
                      <a:pt x="399512" y="0"/>
                    </a:moveTo>
                    <a:cubicBezTo>
                      <a:pt x="620156" y="0"/>
                      <a:pt x="799024" y="160697"/>
                      <a:pt x="799024" y="358927"/>
                    </a:cubicBezTo>
                    <a:lnTo>
                      <a:pt x="794947" y="395269"/>
                    </a:lnTo>
                    <a:lnTo>
                      <a:pt x="796319" y="399240"/>
                    </a:lnTo>
                    <a:cubicBezTo>
                      <a:pt x="798092" y="407029"/>
                      <a:pt x="799024" y="415093"/>
                      <a:pt x="799024" y="423353"/>
                    </a:cubicBezTo>
                    <a:lnTo>
                      <a:pt x="799024" y="1605968"/>
                    </a:lnTo>
                    <a:lnTo>
                      <a:pt x="791359" y="1640078"/>
                    </a:lnTo>
                    <a:lnTo>
                      <a:pt x="799024" y="1712516"/>
                    </a:lnTo>
                    <a:cubicBezTo>
                      <a:pt x="799024" y="1922718"/>
                      <a:pt x="620156" y="2093120"/>
                      <a:pt x="399512" y="2093120"/>
                    </a:cubicBezTo>
                    <a:cubicBezTo>
                      <a:pt x="178868" y="2093120"/>
                      <a:pt x="0" y="1922718"/>
                      <a:pt x="0" y="1712516"/>
                    </a:cubicBezTo>
                    <a:lnTo>
                      <a:pt x="7665" y="1640078"/>
                    </a:lnTo>
                    <a:lnTo>
                      <a:pt x="0" y="1605968"/>
                    </a:lnTo>
                    <a:lnTo>
                      <a:pt x="0" y="423353"/>
                    </a:lnTo>
                    <a:cubicBezTo>
                      <a:pt x="0" y="415093"/>
                      <a:pt x="932" y="407029"/>
                      <a:pt x="2706" y="399240"/>
                    </a:cubicBezTo>
                    <a:lnTo>
                      <a:pt x="4078" y="395269"/>
                    </a:lnTo>
                    <a:lnTo>
                      <a:pt x="0" y="358927"/>
                    </a:lnTo>
                    <a:cubicBezTo>
                      <a:pt x="0" y="160697"/>
                      <a:pt x="178868" y="0"/>
                      <a:pt x="3995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3787352" y="4411542"/>
                <a:ext cx="456124" cy="427400"/>
              </a:xfrm>
              <a:prstGeom prst="ellipse">
                <a:avLst/>
              </a:pr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11" name="Freeform 10"/>
            <p:cNvSpPr/>
            <p:nvPr/>
          </p:nvSpPr>
          <p:spPr>
            <a:xfrm>
              <a:off x="8884556" y="2953430"/>
              <a:ext cx="736600" cy="1725613"/>
            </a:xfrm>
            <a:custGeom>
              <a:avLst/>
              <a:gdLst>
                <a:gd name="connsiteX0" fmla="*/ 660400 w 1320800"/>
                <a:gd name="connsiteY0" fmla="*/ 0 h 3175000"/>
                <a:gd name="connsiteX1" fmla="*/ 1320800 w 1320800"/>
                <a:gd name="connsiteY1" fmla="*/ 660400 h 3175000"/>
                <a:gd name="connsiteX2" fmla="*/ 1314060 w 1320800"/>
                <a:gd name="connsiteY2" fmla="*/ 727266 h 3175000"/>
                <a:gd name="connsiteX3" fmla="*/ 1316328 w 1320800"/>
                <a:gd name="connsiteY3" fmla="*/ 734573 h 3175000"/>
                <a:gd name="connsiteX4" fmla="*/ 1320800 w 1320800"/>
                <a:gd name="connsiteY4" fmla="*/ 778938 h 3175000"/>
                <a:gd name="connsiteX5" fmla="*/ 1320800 w 1320800"/>
                <a:gd name="connsiteY5" fmla="*/ 2954862 h 3175000"/>
                <a:gd name="connsiteX6" fmla="*/ 1100662 w 1320800"/>
                <a:gd name="connsiteY6" fmla="*/ 3175000 h 3175000"/>
                <a:gd name="connsiteX7" fmla="*/ 220138 w 1320800"/>
                <a:gd name="connsiteY7" fmla="*/ 3175000 h 3175000"/>
                <a:gd name="connsiteX8" fmla="*/ 0 w 1320800"/>
                <a:gd name="connsiteY8" fmla="*/ 2954862 h 3175000"/>
                <a:gd name="connsiteX9" fmla="*/ 0 w 1320800"/>
                <a:gd name="connsiteY9" fmla="*/ 778938 h 3175000"/>
                <a:gd name="connsiteX10" fmla="*/ 4473 w 1320800"/>
                <a:gd name="connsiteY10" fmla="*/ 734573 h 3175000"/>
                <a:gd name="connsiteX11" fmla="*/ 6741 w 1320800"/>
                <a:gd name="connsiteY11" fmla="*/ 727266 h 3175000"/>
                <a:gd name="connsiteX12" fmla="*/ 0 w 1320800"/>
                <a:gd name="connsiteY12" fmla="*/ 660400 h 3175000"/>
                <a:gd name="connsiteX13" fmla="*/ 660400 w 1320800"/>
                <a:gd name="connsiteY13" fmla="*/ 0 h 317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0800" h="3175000">
                  <a:moveTo>
                    <a:pt x="660400" y="0"/>
                  </a:moveTo>
                  <a:cubicBezTo>
                    <a:pt x="1025129" y="0"/>
                    <a:pt x="1320800" y="295671"/>
                    <a:pt x="1320800" y="660400"/>
                  </a:cubicBezTo>
                  <a:lnTo>
                    <a:pt x="1314060" y="727266"/>
                  </a:lnTo>
                  <a:lnTo>
                    <a:pt x="1316328" y="734573"/>
                  </a:lnTo>
                  <a:cubicBezTo>
                    <a:pt x="1319260" y="748903"/>
                    <a:pt x="1320800" y="763741"/>
                    <a:pt x="1320800" y="778938"/>
                  </a:cubicBezTo>
                  <a:lnTo>
                    <a:pt x="1320800" y="2954862"/>
                  </a:lnTo>
                  <a:cubicBezTo>
                    <a:pt x="1320800" y="3076441"/>
                    <a:pt x="1222241" y="3175000"/>
                    <a:pt x="1100662" y="3175000"/>
                  </a:cubicBezTo>
                  <a:lnTo>
                    <a:pt x="220138" y="3175000"/>
                  </a:lnTo>
                  <a:cubicBezTo>
                    <a:pt x="98559" y="3175000"/>
                    <a:pt x="0" y="3076441"/>
                    <a:pt x="0" y="2954862"/>
                  </a:cubicBezTo>
                  <a:lnTo>
                    <a:pt x="0" y="778938"/>
                  </a:lnTo>
                  <a:cubicBezTo>
                    <a:pt x="0" y="763741"/>
                    <a:pt x="1540" y="748903"/>
                    <a:pt x="4473" y="734573"/>
                  </a:cubicBezTo>
                  <a:lnTo>
                    <a:pt x="6741" y="727266"/>
                  </a:lnTo>
                  <a:lnTo>
                    <a:pt x="0" y="660400"/>
                  </a:lnTo>
                  <a:cubicBezTo>
                    <a:pt x="0" y="295671"/>
                    <a:pt x="295671" y="0"/>
                    <a:pt x="660400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152400" dist="317500" dir="5400000" sx="90000" sy="-19000" rotWithShape="0">
                <a:prstClr val="black">
                  <a:alpha val="15000"/>
                </a:prst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109856" y="2658155"/>
              <a:ext cx="1016000" cy="2233613"/>
            </a:xfrm>
            <a:custGeom>
              <a:avLst/>
              <a:gdLst>
                <a:gd name="connsiteX0" fmla="*/ 660400 w 1320800"/>
                <a:gd name="connsiteY0" fmla="*/ 0 h 3175000"/>
                <a:gd name="connsiteX1" fmla="*/ 1320800 w 1320800"/>
                <a:gd name="connsiteY1" fmla="*/ 660400 h 3175000"/>
                <a:gd name="connsiteX2" fmla="*/ 1314060 w 1320800"/>
                <a:gd name="connsiteY2" fmla="*/ 727266 h 3175000"/>
                <a:gd name="connsiteX3" fmla="*/ 1316328 w 1320800"/>
                <a:gd name="connsiteY3" fmla="*/ 734573 h 3175000"/>
                <a:gd name="connsiteX4" fmla="*/ 1320800 w 1320800"/>
                <a:gd name="connsiteY4" fmla="*/ 778938 h 3175000"/>
                <a:gd name="connsiteX5" fmla="*/ 1320800 w 1320800"/>
                <a:gd name="connsiteY5" fmla="*/ 2954862 h 3175000"/>
                <a:gd name="connsiteX6" fmla="*/ 1100662 w 1320800"/>
                <a:gd name="connsiteY6" fmla="*/ 3175000 h 3175000"/>
                <a:gd name="connsiteX7" fmla="*/ 220138 w 1320800"/>
                <a:gd name="connsiteY7" fmla="*/ 3175000 h 3175000"/>
                <a:gd name="connsiteX8" fmla="*/ 0 w 1320800"/>
                <a:gd name="connsiteY8" fmla="*/ 2954862 h 3175000"/>
                <a:gd name="connsiteX9" fmla="*/ 0 w 1320800"/>
                <a:gd name="connsiteY9" fmla="*/ 778938 h 3175000"/>
                <a:gd name="connsiteX10" fmla="*/ 4473 w 1320800"/>
                <a:gd name="connsiteY10" fmla="*/ 734573 h 3175000"/>
                <a:gd name="connsiteX11" fmla="*/ 6741 w 1320800"/>
                <a:gd name="connsiteY11" fmla="*/ 727266 h 3175000"/>
                <a:gd name="connsiteX12" fmla="*/ 0 w 1320800"/>
                <a:gd name="connsiteY12" fmla="*/ 660400 h 3175000"/>
                <a:gd name="connsiteX13" fmla="*/ 660400 w 1320800"/>
                <a:gd name="connsiteY13" fmla="*/ 0 h 317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0800" h="3175000">
                  <a:moveTo>
                    <a:pt x="660400" y="0"/>
                  </a:moveTo>
                  <a:cubicBezTo>
                    <a:pt x="1025129" y="0"/>
                    <a:pt x="1320800" y="295671"/>
                    <a:pt x="1320800" y="660400"/>
                  </a:cubicBezTo>
                  <a:lnTo>
                    <a:pt x="1314060" y="727266"/>
                  </a:lnTo>
                  <a:lnTo>
                    <a:pt x="1316328" y="734573"/>
                  </a:lnTo>
                  <a:cubicBezTo>
                    <a:pt x="1319260" y="748903"/>
                    <a:pt x="1320800" y="763741"/>
                    <a:pt x="1320800" y="778938"/>
                  </a:cubicBezTo>
                  <a:lnTo>
                    <a:pt x="1320800" y="2954862"/>
                  </a:lnTo>
                  <a:cubicBezTo>
                    <a:pt x="1320800" y="3076441"/>
                    <a:pt x="1222241" y="3175000"/>
                    <a:pt x="1100662" y="3175000"/>
                  </a:cubicBezTo>
                  <a:lnTo>
                    <a:pt x="220138" y="3175000"/>
                  </a:lnTo>
                  <a:cubicBezTo>
                    <a:pt x="98559" y="3175000"/>
                    <a:pt x="0" y="3076441"/>
                    <a:pt x="0" y="2954862"/>
                  </a:cubicBezTo>
                  <a:lnTo>
                    <a:pt x="0" y="778938"/>
                  </a:lnTo>
                  <a:cubicBezTo>
                    <a:pt x="0" y="763741"/>
                    <a:pt x="1540" y="748903"/>
                    <a:pt x="4473" y="734573"/>
                  </a:cubicBezTo>
                  <a:lnTo>
                    <a:pt x="6741" y="727266"/>
                  </a:lnTo>
                  <a:lnTo>
                    <a:pt x="0" y="660400"/>
                  </a:lnTo>
                  <a:cubicBezTo>
                    <a:pt x="0" y="295671"/>
                    <a:pt x="295671" y="0"/>
                    <a:pt x="660400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152400" dist="317500" dir="5400000" sx="90000" sy="-19000" rotWithShape="0">
                <a:prstClr val="black">
                  <a:alpha val="15000"/>
                </a:prst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Freeform 8"/>
            <p:cNvSpPr/>
            <p:nvPr/>
          </p:nvSpPr>
          <p:spPr>
            <a:xfrm>
              <a:off x="7322456" y="2415268"/>
              <a:ext cx="1066800" cy="2670175"/>
            </a:xfrm>
            <a:custGeom>
              <a:avLst/>
              <a:gdLst>
                <a:gd name="connsiteX0" fmla="*/ 660400 w 1320800"/>
                <a:gd name="connsiteY0" fmla="*/ 0 h 3175000"/>
                <a:gd name="connsiteX1" fmla="*/ 1320800 w 1320800"/>
                <a:gd name="connsiteY1" fmla="*/ 660400 h 3175000"/>
                <a:gd name="connsiteX2" fmla="*/ 1314060 w 1320800"/>
                <a:gd name="connsiteY2" fmla="*/ 727266 h 3175000"/>
                <a:gd name="connsiteX3" fmla="*/ 1316328 w 1320800"/>
                <a:gd name="connsiteY3" fmla="*/ 734573 h 3175000"/>
                <a:gd name="connsiteX4" fmla="*/ 1320800 w 1320800"/>
                <a:gd name="connsiteY4" fmla="*/ 778938 h 3175000"/>
                <a:gd name="connsiteX5" fmla="*/ 1320800 w 1320800"/>
                <a:gd name="connsiteY5" fmla="*/ 2954862 h 3175000"/>
                <a:gd name="connsiteX6" fmla="*/ 1100662 w 1320800"/>
                <a:gd name="connsiteY6" fmla="*/ 3175000 h 3175000"/>
                <a:gd name="connsiteX7" fmla="*/ 220138 w 1320800"/>
                <a:gd name="connsiteY7" fmla="*/ 3175000 h 3175000"/>
                <a:gd name="connsiteX8" fmla="*/ 0 w 1320800"/>
                <a:gd name="connsiteY8" fmla="*/ 2954862 h 3175000"/>
                <a:gd name="connsiteX9" fmla="*/ 0 w 1320800"/>
                <a:gd name="connsiteY9" fmla="*/ 778938 h 3175000"/>
                <a:gd name="connsiteX10" fmla="*/ 4473 w 1320800"/>
                <a:gd name="connsiteY10" fmla="*/ 734573 h 3175000"/>
                <a:gd name="connsiteX11" fmla="*/ 6741 w 1320800"/>
                <a:gd name="connsiteY11" fmla="*/ 727266 h 3175000"/>
                <a:gd name="connsiteX12" fmla="*/ 0 w 1320800"/>
                <a:gd name="connsiteY12" fmla="*/ 660400 h 3175000"/>
                <a:gd name="connsiteX13" fmla="*/ 660400 w 1320800"/>
                <a:gd name="connsiteY13" fmla="*/ 0 h 317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0800" h="3175000">
                  <a:moveTo>
                    <a:pt x="660400" y="0"/>
                  </a:moveTo>
                  <a:cubicBezTo>
                    <a:pt x="1025129" y="0"/>
                    <a:pt x="1320800" y="295671"/>
                    <a:pt x="1320800" y="660400"/>
                  </a:cubicBezTo>
                  <a:lnTo>
                    <a:pt x="1314060" y="727266"/>
                  </a:lnTo>
                  <a:lnTo>
                    <a:pt x="1316328" y="734573"/>
                  </a:lnTo>
                  <a:cubicBezTo>
                    <a:pt x="1319260" y="748903"/>
                    <a:pt x="1320800" y="763741"/>
                    <a:pt x="1320800" y="778938"/>
                  </a:cubicBezTo>
                  <a:lnTo>
                    <a:pt x="1320800" y="2954862"/>
                  </a:lnTo>
                  <a:cubicBezTo>
                    <a:pt x="1320800" y="3076441"/>
                    <a:pt x="1222241" y="3175000"/>
                    <a:pt x="1100662" y="3175000"/>
                  </a:cubicBezTo>
                  <a:lnTo>
                    <a:pt x="220138" y="3175000"/>
                  </a:lnTo>
                  <a:cubicBezTo>
                    <a:pt x="98559" y="3175000"/>
                    <a:pt x="0" y="3076441"/>
                    <a:pt x="0" y="2954862"/>
                  </a:cubicBezTo>
                  <a:lnTo>
                    <a:pt x="0" y="778938"/>
                  </a:lnTo>
                  <a:cubicBezTo>
                    <a:pt x="0" y="763741"/>
                    <a:pt x="1540" y="748903"/>
                    <a:pt x="4473" y="734573"/>
                  </a:cubicBezTo>
                  <a:lnTo>
                    <a:pt x="6741" y="727266"/>
                  </a:lnTo>
                  <a:lnTo>
                    <a:pt x="0" y="660400"/>
                  </a:lnTo>
                  <a:cubicBezTo>
                    <a:pt x="0" y="295671"/>
                    <a:pt x="295671" y="0"/>
                    <a:pt x="660400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152400" dist="317500" dir="5400000" sx="90000" sy="-19000" rotWithShape="0">
                <a:prstClr val="black">
                  <a:alpha val="15000"/>
                </a:prst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Freeform 7"/>
            <p:cNvSpPr/>
            <p:nvPr/>
          </p:nvSpPr>
          <p:spPr>
            <a:xfrm>
              <a:off x="6395356" y="2208893"/>
              <a:ext cx="1219200" cy="2984500"/>
            </a:xfrm>
            <a:custGeom>
              <a:avLst/>
              <a:gdLst>
                <a:gd name="connsiteX0" fmla="*/ 660400 w 1320800"/>
                <a:gd name="connsiteY0" fmla="*/ 0 h 3175000"/>
                <a:gd name="connsiteX1" fmla="*/ 1320800 w 1320800"/>
                <a:gd name="connsiteY1" fmla="*/ 660400 h 3175000"/>
                <a:gd name="connsiteX2" fmla="*/ 1314060 w 1320800"/>
                <a:gd name="connsiteY2" fmla="*/ 727266 h 3175000"/>
                <a:gd name="connsiteX3" fmla="*/ 1316328 w 1320800"/>
                <a:gd name="connsiteY3" fmla="*/ 734573 h 3175000"/>
                <a:gd name="connsiteX4" fmla="*/ 1320800 w 1320800"/>
                <a:gd name="connsiteY4" fmla="*/ 778938 h 3175000"/>
                <a:gd name="connsiteX5" fmla="*/ 1320800 w 1320800"/>
                <a:gd name="connsiteY5" fmla="*/ 2954862 h 3175000"/>
                <a:gd name="connsiteX6" fmla="*/ 1100662 w 1320800"/>
                <a:gd name="connsiteY6" fmla="*/ 3175000 h 3175000"/>
                <a:gd name="connsiteX7" fmla="*/ 220138 w 1320800"/>
                <a:gd name="connsiteY7" fmla="*/ 3175000 h 3175000"/>
                <a:gd name="connsiteX8" fmla="*/ 0 w 1320800"/>
                <a:gd name="connsiteY8" fmla="*/ 2954862 h 3175000"/>
                <a:gd name="connsiteX9" fmla="*/ 0 w 1320800"/>
                <a:gd name="connsiteY9" fmla="*/ 778938 h 3175000"/>
                <a:gd name="connsiteX10" fmla="*/ 4473 w 1320800"/>
                <a:gd name="connsiteY10" fmla="*/ 734573 h 3175000"/>
                <a:gd name="connsiteX11" fmla="*/ 6741 w 1320800"/>
                <a:gd name="connsiteY11" fmla="*/ 727266 h 3175000"/>
                <a:gd name="connsiteX12" fmla="*/ 0 w 1320800"/>
                <a:gd name="connsiteY12" fmla="*/ 660400 h 3175000"/>
                <a:gd name="connsiteX13" fmla="*/ 660400 w 1320800"/>
                <a:gd name="connsiteY13" fmla="*/ 0 h 317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0800" h="3175000">
                  <a:moveTo>
                    <a:pt x="660400" y="0"/>
                  </a:moveTo>
                  <a:cubicBezTo>
                    <a:pt x="1025129" y="0"/>
                    <a:pt x="1320800" y="295671"/>
                    <a:pt x="1320800" y="660400"/>
                  </a:cubicBezTo>
                  <a:lnTo>
                    <a:pt x="1314060" y="727266"/>
                  </a:lnTo>
                  <a:lnTo>
                    <a:pt x="1316328" y="734573"/>
                  </a:lnTo>
                  <a:cubicBezTo>
                    <a:pt x="1319260" y="748903"/>
                    <a:pt x="1320800" y="763741"/>
                    <a:pt x="1320800" y="778938"/>
                  </a:cubicBezTo>
                  <a:lnTo>
                    <a:pt x="1320800" y="2954862"/>
                  </a:lnTo>
                  <a:cubicBezTo>
                    <a:pt x="1320800" y="3076441"/>
                    <a:pt x="1222241" y="3175000"/>
                    <a:pt x="1100662" y="3175000"/>
                  </a:cubicBezTo>
                  <a:lnTo>
                    <a:pt x="220138" y="3175000"/>
                  </a:lnTo>
                  <a:cubicBezTo>
                    <a:pt x="98559" y="3175000"/>
                    <a:pt x="0" y="3076441"/>
                    <a:pt x="0" y="2954862"/>
                  </a:cubicBezTo>
                  <a:lnTo>
                    <a:pt x="0" y="778938"/>
                  </a:lnTo>
                  <a:cubicBezTo>
                    <a:pt x="0" y="763741"/>
                    <a:pt x="1540" y="748903"/>
                    <a:pt x="4473" y="734573"/>
                  </a:cubicBezTo>
                  <a:lnTo>
                    <a:pt x="6741" y="727266"/>
                  </a:lnTo>
                  <a:lnTo>
                    <a:pt x="0" y="660400"/>
                  </a:lnTo>
                  <a:cubicBezTo>
                    <a:pt x="0" y="295671"/>
                    <a:pt x="295671" y="0"/>
                    <a:pt x="660400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152400" dist="317500" dir="5400000" sx="90000" sy="-19000" rotWithShape="0">
                <a:prstClr val="black">
                  <a:alpha val="15000"/>
                </a:prst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Freeform 5"/>
            <p:cNvSpPr/>
            <p:nvPr/>
          </p:nvSpPr>
          <p:spPr>
            <a:xfrm>
              <a:off x="5417456" y="2050143"/>
              <a:ext cx="1409700" cy="3302000"/>
            </a:xfrm>
            <a:custGeom>
              <a:avLst/>
              <a:gdLst>
                <a:gd name="connsiteX0" fmla="*/ 660400 w 1320800"/>
                <a:gd name="connsiteY0" fmla="*/ 0 h 3175000"/>
                <a:gd name="connsiteX1" fmla="*/ 1320800 w 1320800"/>
                <a:gd name="connsiteY1" fmla="*/ 660400 h 3175000"/>
                <a:gd name="connsiteX2" fmla="*/ 1314060 w 1320800"/>
                <a:gd name="connsiteY2" fmla="*/ 727266 h 3175000"/>
                <a:gd name="connsiteX3" fmla="*/ 1316328 w 1320800"/>
                <a:gd name="connsiteY3" fmla="*/ 734573 h 3175000"/>
                <a:gd name="connsiteX4" fmla="*/ 1320800 w 1320800"/>
                <a:gd name="connsiteY4" fmla="*/ 778938 h 3175000"/>
                <a:gd name="connsiteX5" fmla="*/ 1320800 w 1320800"/>
                <a:gd name="connsiteY5" fmla="*/ 2954862 h 3175000"/>
                <a:gd name="connsiteX6" fmla="*/ 1100662 w 1320800"/>
                <a:gd name="connsiteY6" fmla="*/ 3175000 h 3175000"/>
                <a:gd name="connsiteX7" fmla="*/ 220138 w 1320800"/>
                <a:gd name="connsiteY7" fmla="*/ 3175000 h 3175000"/>
                <a:gd name="connsiteX8" fmla="*/ 0 w 1320800"/>
                <a:gd name="connsiteY8" fmla="*/ 2954862 h 3175000"/>
                <a:gd name="connsiteX9" fmla="*/ 0 w 1320800"/>
                <a:gd name="connsiteY9" fmla="*/ 778938 h 3175000"/>
                <a:gd name="connsiteX10" fmla="*/ 4473 w 1320800"/>
                <a:gd name="connsiteY10" fmla="*/ 734573 h 3175000"/>
                <a:gd name="connsiteX11" fmla="*/ 6741 w 1320800"/>
                <a:gd name="connsiteY11" fmla="*/ 727266 h 3175000"/>
                <a:gd name="connsiteX12" fmla="*/ 0 w 1320800"/>
                <a:gd name="connsiteY12" fmla="*/ 660400 h 3175000"/>
                <a:gd name="connsiteX13" fmla="*/ 660400 w 1320800"/>
                <a:gd name="connsiteY13" fmla="*/ 0 h 317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0800" h="3175000">
                  <a:moveTo>
                    <a:pt x="660400" y="0"/>
                  </a:moveTo>
                  <a:cubicBezTo>
                    <a:pt x="1025129" y="0"/>
                    <a:pt x="1320800" y="295671"/>
                    <a:pt x="1320800" y="660400"/>
                  </a:cubicBezTo>
                  <a:lnTo>
                    <a:pt x="1314060" y="727266"/>
                  </a:lnTo>
                  <a:lnTo>
                    <a:pt x="1316328" y="734573"/>
                  </a:lnTo>
                  <a:cubicBezTo>
                    <a:pt x="1319260" y="748903"/>
                    <a:pt x="1320800" y="763741"/>
                    <a:pt x="1320800" y="778938"/>
                  </a:cubicBezTo>
                  <a:lnTo>
                    <a:pt x="1320800" y="2954862"/>
                  </a:lnTo>
                  <a:cubicBezTo>
                    <a:pt x="1320800" y="3076441"/>
                    <a:pt x="1222241" y="3175000"/>
                    <a:pt x="1100662" y="3175000"/>
                  </a:cubicBezTo>
                  <a:lnTo>
                    <a:pt x="220138" y="3175000"/>
                  </a:lnTo>
                  <a:cubicBezTo>
                    <a:pt x="98559" y="3175000"/>
                    <a:pt x="0" y="3076441"/>
                    <a:pt x="0" y="2954862"/>
                  </a:cubicBezTo>
                  <a:lnTo>
                    <a:pt x="0" y="778938"/>
                  </a:lnTo>
                  <a:cubicBezTo>
                    <a:pt x="0" y="763741"/>
                    <a:pt x="1540" y="748903"/>
                    <a:pt x="4473" y="734573"/>
                  </a:cubicBezTo>
                  <a:lnTo>
                    <a:pt x="6741" y="727266"/>
                  </a:lnTo>
                  <a:lnTo>
                    <a:pt x="0" y="660400"/>
                  </a:lnTo>
                  <a:cubicBezTo>
                    <a:pt x="0" y="295671"/>
                    <a:pt x="295671" y="0"/>
                    <a:pt x="660400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152400" dist="317500" dir="5400000" sx="90000" sy="-19000" rotWithShape="0">
                <a:prstClr val="black">
                  <a:alpha val="15000"/>
                </a:prst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7118718" y="3115737"/>
              <a:ext cx="355868" cy="1969706"/>
              <a:chOff x="9411776" y="2021680"/>
              <a:chExt cx="799024" cy="2105820"/>
            </a:xfrm>
            <a:grpFill/>
          </p:grpSpPr>
          <p:sp>
            <p:nvSpPr>
              <p:cNvPr id="23" name="Freeform 22"/>
              <p:cNvSpPr/>
              <p:nvPr/>
            </p:nvSpPr>
            <p:spPr>
              <a:xfrm>
                <a:off x="9411776" y="2021680"/>
                <a:ext cx="799024" cy="2093120"/>
              </a:xfrm>
              <a:custGeom>
                <a:avLst/>
                <a:gdLst>
                  <a:gd name="connsiteX0" fmla="*/ 399512 w 799024"/>
                  <a:gd name="connsiteY0" fmla="*/ 0 h 2093120"/>
                  <a:gd name="connsiteX1" fmla="*/ 799024 w 799024"/>
                  <a:gd name="connsiteY1" fmla="*/ 358927 h 2093120"/>
                  <a:gd name="connsiteX2" fmla="*/ 794947 w 799024"/>
                  <a:gd name="connsiteY2" fmla="*/ 395269 h 2093120"/>
                  <a:gd name="connsiteX3" fmla="*/ 796319 w 799024"/>
                  <a:gd name="connsiteY3" fmla="*/ 399240 h 2093120"/>
                  <a:gd name="connsiteX4" fmla="*/ 799024 w 799024"/>
                  <a:gd name="connsiteY4" fmla="*/ 423353 h 2093120"/>
                  <a:gd name="connsiteX5" fmla="*/ 799024 w 799024"/>
                  <a:gd name="connsiteY5" fmla="*/ 1605968 h 2093120"/>
                  <a:gd name="connsiteX6" fmla="*/ 791359 w 799024"/>
                  <a:gd name="connsiteY6" fmla="*/ 1640078 h 2093120"/>
                  <a:gd name="connsiteX7" fmla="*/ 799024 w 799024"/>
                  <a:gd name="connsiteY7" fmla="*/ 1712516 h 2093120"/>
                  <a:gd name="connsiteX8" fmla="*/ 399512 w 799024"/>
                  <a:gd name="connsiteY8" fmla="*/ 2093120 h 2093120"/>
                  <a:gd name="connsiteX9" fmla="*/ 0 w 799024"/>
                  <a:gd name="connsiteY9" fmla="*/ 1712516 h 2093120"/>
                  <a:gd name="connsiteX10" fmla="*/ 7665 w 799024"/>
                  <a:gd name="connsiteY10" fmla="*/ 1640078 h 2093120"/>
                  <a:gd name="connsiteX11" fmla="*/ 0 w 799024"/>
                  <a:gd name="connsiteY11" fmla="*/ 1605968 h 2093120"/>
                  <a:gd name="connsiteX12" fmla="*/ 0 w 799024"/>
                  <a:gd name="connsiteY12" fmla="*/ 423353 h 2093120"/>
                  <a:gd name="connsiteX13" fmla="*/ 2706 w 799024"/>
                  <a:gd name="connsiteY13" fmla="*/ 399240 h 2093120"/>
                  <a:gd name="connsiteX14" fmla="*/ 4078 w 799024"/>
                  <a:gd name="connsiteY14" fmla="*/ 395269 h 2093120"/>
                  <a:gd name="connsiteX15" fmla="*/ 0 w 799024"/>
                  <a:gd name="connsiteY15" fmla="*/ 358927 h 2093120"/>
                  <a:gd name="connsiteX16" fmla="*/ 399512 w 799024"/>
                  <a:gd name="connsiteY16" fmla="*/ 0 h 2093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99024" h="2093120">
                    <a:moveTo>
                      <a:pt x="399512" y="0"/>
                    </a:moveTo>
                    <a:cubicBezTo>
                      <a:pt x="620156" y="0"/>
                      <a:pt x="799024" y="160697"/>
                      <a:pt x="799024" y="358927"/>
                    </a:cubicBezTo>
                    <a:lnTo>
                      <a:pt x="794947" y="395269"/>
                    </a:lnTo>
                    <a:lnTo>
                      <a:pt x="796319" y="399240"/>
                    </a:lnTo>
                    <a:cubicBezTo>
                      <a:pt x="798092" y="407029"/>
                      <a:pt x="799024" y="415093"/>
                      <a:pt x="799024" y="423353"/>
                    </a:cubicBezTo>
                    <a:lnTo>
                      <a:pt x="799024" y="1605968"/>
                    </a:lnTo>
                    <a:lnTo>
                      <a:pt x="791359" y="1640078"/>
                    </a:lnTo>
                    <a:lnTo>
                      <a:pt x="799024" y="1712516"/>
                    </a:lnTo>
                    <a:cubicBezTo>
                      <a:pt x="799024" y="1922718"/>
                      <a:pt x="620156" y="2093120"/>
                      <a:pt x="399512" y="2093120"/>
                    </a:cubicBezTo>
                    <a:cubicBezTo>
                      <a:pt x="178868" y="2093120"/>
                      <a:pt x="0" y="1922718"/>
                      <a:pt x="0" y="1712516"/>
                    </a:cubicBezTo>
                    <a:lnTo>
                      <a:pt x="7665" y="1640078"/>
                    </a:lnTo>
                    <a:lnTo>
                      <a:pt x="0" y="1605968"/>
                    </a:lnTo>
                    <a:lnTo>
                      <a:pt x="0" y="423353"/>
                    </a:lnTo>
                    <a:cubicBezTo>
                      <a:pt x="0" y="415093"/>
                      <a:pt x="932" y="407029"/>
                      <a:pt x="2706" y="399240"/>
                    </a:cubicBezTo>
                    <a:lnTo>
                      <a:pt x="4078" y="395269"/>
                    </a:lnTo>
                    <a:lnTo>
                      <a:pt x="0" y="358927"/>
                    </a:lnTo>
                    <a:cubicBezTo>
                      <a:pt x="0" y="160697"/>
                      <a:pt x="178868" y="0"/>
                      <a:pt x="3995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4" name="Oval 23"/>
              <p:cNvSpPr/>
              <p:nvPr/>
            </p:nvSpPr>
            <p:spPr>
              <a:xfrm>
                <a:off x="9411776" y="3725695"/>
                <a:ext cx="799024" cy="401805"/>
              </a:xfrm>
              <a:prstGeom prst="ellipse">
                <a:avLst/>
              </a:pr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>
              <a:off x="7918548" y="3243636"/>
              <a:ext cx="317769" cy="1648132"/>
              <a:chOff x="9411776" y="2021680"/>
              <a:chExt cx="799024" cy="2105820"/>
            </a:xfrm>
            <a:grpFill/>
          </p:grpSpPr>
          <p:sp>
            <p:nvSpPr>
              <p:cNvPr id="26" name="Freeform 25"/>
              <p:cNvSpPr/>
              <p:nvPr/>
            </p:nvSpPr>
            <p:spPr>
              <a:xfrm>
                <a:off x="9411776" y="2021680"/>
                <a:ext cx="799024" cy="2093120"/>
              </a:xfrm>
              <a:custGeom>
                <a:avLst/>
                <a:gdLst>
                  <a:gd name="connsiteX0" fmla="*/ 399512 w 799024"/>
                  <a:gd name="connsiteY0" fmla="*/ 0 h 2093120"/>
                  <a:gd name="connsiteX1" fmla="*/ 799024 w 799024"/>
                  <a:gd name="connsiteY1" fmla="*/ 358927 h 2093120"/>
                  <a:gd name="connsiteX2" fmla="*/ 794947 w 799024"/>
                  <a:gd name="connsiteY2" fmla="*/ 395269 h 2093120"/>
                  <a:gd name="connsiteX3" fmla="*/ 796319 w 799024"/>
                  <a:gd name="connsiteY3" fmla="*/ 399240 h 2093120"/>
                  <a:gd name="connsiteX4" fmla="*/ 799024 w 799024"/>
                  <a:gd name="connsiteY4" fmla="*/ 423353 h 2093120"/>
                  <a:gd name="connsiteX5" fmla="*/ 799024 w 799024"/>
                  <a:gd name="connsiteY5" fmla="*/ 1605968 h 2093120"/>
                  <a:gd name="connsiteX6" fmla="*/ 791359 w 799024"/>
                  <a:gd name="connsiteY6" fmla="*/ 1640078 h 2093120"/>
                  <a:gd name="connsiteX7" fmla="*/ 799024 w 799024"/>
                  <a:gd name="connsiteY7" fmla="*/ 1712516 h 2093120"/>
                  <a:gd name="connsiteX8" fmla="*/ 399512 w 799024"/>
                  <a:gd name="connsiteY8" fmla="*/ 2093120 h 2093120"/>
                  <a:gd name="connsiteX9" fmla="*/ 0 w 799024"/>
                  <a:gd name="connsiteY9" fmla="*/ 1712516 h 2093120"/>
                  <a:gd name="connsiteX10" fmla="*/ 7665 w 799024"/>
                  <a:gd name="connsiteY10" fmla="*/ 1640078 h 2093120"/>
                  <a:gd name="connsiteX11" fmla="*/ 0 w 799024"/>
                  <a:gd name="connsiteY11" fmla="*/ 1605968 h 2093120"/>
                  <a:gd name="connsiteX12" fmla="*/ 0 w 799024"/>
                  <a:gd name="connsiteY12" fmla="*/ 423353 h 2093120"/>
                  <a:gd name="connsiteX13" fmla="*/ 2706 w 799024"/>
                  <a:gd name="connsiteY13" fmla="*/ 399240 h 2093120"/>
                  <a:gd name="connsiteX14" fmla="*/ 4078 w 799024"/>
                  <a:gd name="connsiteY14" fmla="*/ 395269 h 2093120"/>
                  <a:gd name="connsiteX15" fmla="*/ 0 w 799024"/>
                  <a:gd name="connsiteY15" fmla="*/ 358927 h 2093120"/>
                  <a:gd name="connsiteX16" fmla="*/ 399512 w 799024"/>
                  <a:gd name="connsiteY16" fmla="*/ 0 h 2093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99024" h="2093120">
                    <a:moveTo>
                      <a:pt x="399512" y="0"/>
                    </a:moveTo>
                    <a:cubicBezTo>
                      <a:pt x="620156" y="0"/>
                      <a:pt x="799024" y="160697"/>
                      <a:pt x="799024" y="358927"/>
                    </a:cubicBezTo>
                    <a:lnTo>
                      <a:pt x="794947" y="395269"/>
                    </a:lnTo>
                    <a:lnTo>
                      <a:pt x="796319" y="399240"/>
                    </a:lnTo>
                    <a:cubicBezTo>
                      <a:pt x="798092" y="407029"/>
                      <a:pt x="799024" y="415093"/>
                      <a:pt x="799024" y="423353"/>
                    </a:cubicBezTo>
                    <a:lnTo>
                      <a:pt x="799024" y="1605968"/>
                    </a:lnTo>
                    <a:lnTo>
                      <a:pt x="791359" y="1640078"/>
                    </a:lnTo>
                    <a:lnTo>
                      <a:pt x="799024" y="1712516"/>
                    </a:lnTo>
                    <a:cubicBezTo>
                      <a:pt x="799024" y="1922718"/>
                      <a:pt x="620156" y="2093120"/>
                      <a:pt x="399512" y="2093120"/>
                    </a:cubicBezTo>
                    <a:cubicBezTo>
                      <a:pt x="178868" y="2093120"/>
                      <a:pt x="0" y="1922718"/>
                      <a:pt x="0" y="1712516"/>
                    </a:cubicBezTo>
                    <a:lnTo>
                      <a:pt x="7665" y="1640078"/>
                    </a:lnTo>
                    <a:lnTo>
                      <a:pt x="0" y="1605968"/>
                    </a:lnTo>
                    <a:lnTo>
                      <a:pt x="0" y="423353"/>
                    </a:lnTo>
                    <a:cubicBezTo>
                      <a:pt x="0" y="415093"/>
                      <a:pt x="932" y="407029"/>
                      <a:pt x="2706" y="399240"/>
                    </a:cubicBezTo>
                    <a:lnTo>
                      <a:pt x="4078" y="395269"/>
                    </a:lnTo>
                    <a:lnTo>
                      <a:pt x="0" y="358927"/>
                    </a:lnTo>
                    <a:cubicBezTo>
                      <a:pt x="0" y="160697"/>
                      <a:pt x="178868" y="0"/>
                      <a:pt x="3995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7" name="Oval 26"/>
              <p:cNvSpPr/>
              <p:nvPr/>
            </p:nvSpPr>
            <p:spPr>
              <a:xfrm>
                <a:off x="9411776" y="3725695"/>
                <a:ext cx="799024" cy="401805"/>
              </a:xfrm>
              <a:prstGeom prst="ellipse">
                <a:avLst/>
              </a:pr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8699734" y="3414439"/>
              <a:ext cx="305338" cy="1270001"/>
              <a:chOff x="9411776" y="2021680"/>
              <a:chExt cx="799024" cy="2105820"/>
            </a:xfrm>
            <a:grpFill/>
          </p:grpSpPr>
          <p:sp>
            <p:nvSpPr>
              <p:cNvPr id="29" name="Freeform 28"/>
              <p:cNvSpPr/>
              <p:nvPr/>
            </p:nvSpPr>
            <p:spPr>
              <a:xfrm>
                <a:off x="9411776" y="2021680"/>
                <a:ext cx="799024" cy="2093120"/>
              </a:xfrm>
              <a:custGeom>
                <a:avLst/>
                <a:gdLst>
                  <a:gd name="connsiteX0" fmla="*/ 399512 w 799024"/>
                  <a:gd name="connsiteY0" fmla="*/ 0 h 2093120"/>
                  <a:gd name="connsiteX1" fmla="*/ 799024 w 799024"/>
                  <a:gd name="connsiteY1" fmla="*/ 358927 h 2093120"/>
                  <a:gd name="connsiteX2" fmla="*/ 794947 w 799024"/>
                  <a:gd name="connsiteY2" fmla="*/ 395269 h 2093120"/>
                  <a:gd name="connsiteX3" fmla="*/ 796319 w 799024"/>
                  <a:gd name="connsiteY3" fmla="*/ 399240 h 2093120"/>
                  <a:gd name="connsiteX4" fmla="*/ 799024 w 799024"/>
                  <a:gd name="connsiteY4" fmla="*/ 423353 h 2093120"/>
                  <a:gd name="connsiteX5" fmla="*/ 799024 w 799024"/>
                  <a:gd name="connsiteY5" fmla="*/ 1605968 h 2093120"/>
                  <a:gd name="connsiteX6" fmla="*/ 791359 w 799024"/>
                  <a:gd name="connsiteY6" fmla="*/ 1640078 h 2093120"/>
                  <a:gd name="connsiteX7" fmla="*/ 799024 w 799024"/>
                  <a:gd name="connsiteY7" fmla="*/ 1712516 h 2093120"/>
                  <a:gd name="connsiteX8" fmla="*/ 399512 w 799024"/>
                  <a:gd name="connsiteY8" fmla="*/ 2093120 h 2093120"/>
                  <a:gd name="connsiteX9" fmla="*/ 0 w 799024"/>
                  <a:gd name="connsiteY9" fmla="*/ 1712516 h 2093120"/>
                  <a:gd name="connsiteX10" fmla="*/ 7665 w 799024"/>
                  <a:gd name="connsiteY10" fmla="*/ 1640078 h 2093120"/>
                  <a:gd name="connsiteX11" fmla="*/ 0 w 799024"/>
                  <a:gd name="connsiteY11" fmla="*/ 1605968 h 2093120"/>
                  <a:gd name="connsiteX12" fmla="*/ 0 w 799024"/>
                  <a:gd name="connsiteY12" fmla="*/ 423353 h 2093120"/>
                  <a:gd name="connsiteX13" fmla="*/ 2706 w 799024"/>
                  <a:gd name="connsiteY13" fmla="*/ 399240 h 2093120"/>
                  <a:gd name="connsiteX14" fmla="*/ 4078 w 799024"/>
                  <a:gd name="connsiteY14" fmla="*/ 395269 h 2093120"/>
                  <a:gd name="connsiteX15" fmla="*/ 0 w 799024"/>
                  <a:gd name="connsiteY15" fmla="*/ 358927 h 2093120"/>
                  <a:gd name="connsiteX16" fmla="*/ 399512 w 799024"/>
                  <a:gd name="connsiteY16" fmla="*/ 0 h 2093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99024" h="2093120">
                    <a:moveTo>
                      <a:pt x="399512" y="0"/>
                    </a:moveTo>
                    <a:cubicBezTo>
                      <a:pt x="620156" y="0"/>
                      <a:pt x="799024" y="160697"/>
                      <a:pt x="799024" y="358927"/>
                    </a:cubicBezTo>
                    <a:lnTo>
                      <a:pt x="794947" y="395269"/>
                    </a:lnTo>
                    <a:lnTo>
                      <a:pt x="796319" y="399240"/>
                    </a:lnTo>
                    <a:cubicBezTo>
                      <a:pt x="798092" y="407029"/>
                      <a:pt x="799024" y="415093"/>
                      <a:pt x="799024" y="423353"/>
                    </a:cubicBezTo>
                    <a:lnTo>
                      <a:pt x="799024" y="1605968"/>
                    </a:lnTo>
                    <a:lnTo>
                      <a:pt x="791359" y="1640078"/>
                    </a:lnTo>
                    <a:lnTo>
                      <a:pt x="799024" y="1712516"/>
                    </a:lnTo>
                    <a:cubicBezTo>
                      <a:pt x="799024" y="1922718"/>
                      <a:pt x="620156" y="2093120"/>
                      <a:pt x="399512" y="2093120"/>
                    </a:cubicBezTo>
                    <a:cubicBezTo>
                      <a:pt x="178868" y="2093120"/>
                      <a:pt x="0" y="1922718"/>
                      <a:pt x="0" y="1712516"/>
                    </a:cubicBezTo>
                    <a:lnTo>
                      <a:pt x="7665" y="1640078"/>
                    </a:lnTo>
                    <a:lnTo>
                      <a:pt x="0" y="1605968"/>
                    </a:lnTo>
                    <a:lnTo>
                      <a:pt x="0" y="423353"/>
                    </a:lnTo>
                    <a:cubicBezTo>
                      <a:pt x="0" y="415093"/>
                      <a:pt x="932" y="407029"/>
                      <a:pt x="2706" y="399240"/>
                    </a:cubicBezTo>
                    <a:lnTo>
                      <a:pt x="4078" y="395269"/>
                    </a:lnTo>
                    <a:lnTo>
                      <a:pt x="0" y="358927"/>
                    </a:lnTo>
                    <a:cubicBezTo>
                      <a:pt x="0" y="160697"/>
                      <a:pt x="178868" y="0"/>
                      <a:pt x="3995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9411776" y="3725695"/>
                <a:ext cx="799024" cy="401805"/>
              </a:xfrm>
              <a:prstGeom prst="ellipse">
                <a:avLst/>
              </a:pr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31" name="Group 30"/>
            <p:cNvGrpSpPr/>
            <p:nvPr/>
          </p:nvGrpSpPr>
          <p:grpSpPr>
            <a:xfrm>
              <a:off x="9317164" y="3604623"/>
              <a:ext cx="240222" cy="895033"/>
              <a:chOff x="9411776" y="2021680"/>
              <a:chExt cx="799024" cy="2105820"/>
            </a:xfrm>
            <a:grpFill/>
          </p:grpSpPr>
          <p:sp>
            <p:nvSpPr>
              <p:cNvPr id="32" name="Freeform 31"/>
              <p:cNvSpPr/>
              <p:nvPr/>
            </p:nvSpPr>
            <p:spPr>
              <a:xfrm>
                <a:off x="9411776" y="2021680"/>
                <a:ext cx="799024" cy="2093120"/>
              </a:xfrm>
              <a:custGeom>
                <a:avLst/>
                <a:gdLst>
                  <a:gd name="connsiteX0" fmla="*/ 399512 w 799024"/>
                  <a:gd name="connsiteY0" fmla="*/ 0 h 2093120"/>
                  <a:gd name="connsiteX1" fmla="*/ 799024 w 799024"/>
                  <a:gd name="connsiteY1" fmla="*/ 358927 h 2093120"/>
                  <a:gd name="connsiteX2" fmla="*/ 794947 w 799024"/>
                  <a:gd name="connsiteY2" fmla="*/ 395269 h 2093120"/>
                  <a:gd name="connsiteX3" fmla="*/ 796319 w 799024"/>
                  <a:gd name="connsiteY3" fmla="*/ 399240 h 2093120"/>
                  <a:gd name="connsiteX4" fmla="*/ 799024 w 799024"/>
                  <a:gd name="connsiteY4" fmla="*/ 423353 h 2093120"/>
                  <a:gd name="connsiteX5" fmla="*/ 799024 w 799024"/>
                  <a:gd name="connsiteY5" fmla="*/ 1605968 h 2093120"/>
                  <a:gd name="connsiteX6" fmla="*/ 791359 w 799024"/>
                  <a:gd name="connsiteY6" fmla="*/ 1640078 h 2093120"/>
                  <a:gd name="connsiteX7" fmla="*/ 799024 w 799024"/>
                  <a:gd name="connsiteY7" fmla="*/ 1712516 h 2093120"/>
                  <a:gd name="connsiteX8" fmla="*/ 399512 w 799024"/>
                  <a:gd name="connsiteY8" fmla="*/ 2093120 h 2093120"/>
                  <a:gd name="connsiteX9" fmla="*/ 0 w 799024"/>
                  <a:gd name="connsiteY9" fmla="*/ 1712516 h 2093120"/>
                  <a:gd name="connsiteX10" fmla="*/ 7665 w 799024"/>
                  <a:gd name="connsiteY10" fmla="*/ 1640078 h 2093120"/>
                  <a:gd name="connsiteX11" fmla="*/ 0 w 799024"/>
                  <a:gd name="connsiteY11" fmla="*/ 1605968 h 2093120"/>
                  <a:gd name="connsiteX12" fmla="*/ 0 w 799024"/>
                  <a:gd name="connsiteY12" fmla="*/ 423353 h 2093120"/>
                  <a:gd name="connsiteX13" fmla="*/ 2706 w 799024"/>
                  <a:gd name="connsiteY13" fmla="*/ 399240 h 2093120"/>
                  <a:gd name="connsiteX14" fmla="*/ 4078 w 799024"/>
                  <a:gd name="connsiteY14" fmla="*/ 395269 h 2093120"/>
                  <a:gd name="connsiteX15" fmla="*/ 0 w 799024"/>
                  <a:gd name="connsiteY15" fmla="*/ 358927 h 2093120"/>
                  <a:gd name="connsiteX16" fmla="*/ 399512 w 799024"/>
                  <a:gd name="connsiteY16" fmla="*/ 0 h 2093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99024" h="2093120">
                    <a:moveTo>
                      <a:pt x="399512" y="0"/>
                    </a:moveTo>
                    <a:cubicBezTo>
                      <a:pt x="620156" y="0"/>
                      <a:pt x="799024" y="160697"/>
                      <a:pt x="799024" y="358927"/>
                    </a:cubicBezTo>
                    <a:lnTo>
                      <a:pt x="794947" y="395269"/>
                    </a:lnTo>
                    <a:lnTo>
                      <a:pt x="796319" y="399240"/>
                    </a:lnTo>
                    <a:cubicBezTo>
                      <a:pt x="798092" y="407029"/>
                      <a:pt x="799024" y="415093"/>
                      <a:pt x="799024" y="423353"/>
                    </a:cubicBezTo>
                    <a:lnTo>
                      <a:pt x="799024" y="1605968"/>
                    </a:lnTo>
                    <a:lnTo>
                      <a:pt x="791359" y="1640078"/>
                    </a:lnTo>
                    <a:lnTo>
                      <a:pt x="799024" y="1712516"/>
                    </a:lnTo>
                    <a:cubicBezTo>
                      <a:pt x="799024" y="1922718"/>
                      <a:pt x="620156" y="2093120"/>
                      <a:pt x="399512" y="2093120"/>
                    </a:cubicBezTo>
                    <a:cubicBezTo>
                      <a:pt x="178868" y="2093120"/>
                      <a:pt x="0" y="1922718"/>
                      <a:pt x="0" y="1712516"/>
                    </a:cubicBezTo>
                    <a:lnTo>
                      <a:pt x="7665" y="1640078"/>
                    </a:lnTo>
                    <a:lnTo>
                      <a:pt x="0" y="1605968"/>
                    </a:lnTo>
                    <a:lnTo>
                      <a:pt x="0" y="423353"/>
                    </a:lnTo>
                    <a:cubicBezTo>
                      <a:pt x="0" y="415093"/>
                      <a:pt x="932" y="407029"/>
                      <a:pt x="2706" y="399240"/>
                    </a:cubicBezTo>
                    <a:lnTo>
                      <a:pt x="4078" y="395269"/>
                    </a:lnTo>
                    <a:lnTo>
                      <a:pt x="0" y="358927"/>
                    </a:lnTo>
                    <a:cubicBezTo>
                      <a:pt x="0" y="160697"/>
                      <a:pt x="178868" y="0"/>
                      <a:pt x="3995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9411776" y="3725695"/>
                <a:ext cx="799024" cy="401805"/>
              </a:xfrm>
              <a:prstGeom prst="ellipse">
                <a:avLst/>
              </a:pr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46" name="Oval 45"/>
            <p:cNvSpPr/>
            <p:nvPr/>
          </p:nvSpPr>
          <p:spPr>
            <a:xfrm>
              <a:off x="8880425" y="2100288"/>
              <a:ext cx="736600" cy="763447"/>
            </a:xfrm>
            <a:prstGeom prst="ellipse">
              <a:avLst/>
            </a:prstGeom>
            <a:grpFill/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5" name="Oval 44"/>
            <p:cNvSpPr/>
            <p:nvPr/>
          </p:nvSpPr>
          <p:spPr>
            <a:xfrm>
              <a:off x="8230371" y="1640114"/>
              <a:ext cx="895485" cy="935942"/>
            </a:xfrm>
            <a:prstGeom prst="ellipse">
              <a:avLst/>
            </a:prstGeom>
            <a:grpFill/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4" name="Oval 43"/>
            <p:cNvSpPr/>
            <p:nvPr/>
          </p:nvSpPr>
          <p:spPr>
            <a:xfrm>
              <a:off x="7322457" y="1297289"/>
              <a:ext cx="1066800" cy="1035880"/>
            </a:xfrm>
            <a:prstGeom prst="ellipse">
              <a:avLst/>
            </a:prstGeom>
            <a:grpFill/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0" name="Oval 39"/>
            <p:cNvSpPr/>
            <p:nvPr/>
          </p:nvSpPr>
          <p:spPr>
            <a:xfrm>
              <a:off x="6395356" y="876421"/>
              <a:ext cx="1219200" cy="1250373"/>
            </a:xfrm>
            <a:prstGeom prst="ellipse">
              <a:avLst/>
            </a:prstGeom>
            <a:grpFill/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6126506" y="2953430"/>
              <a:ext cx="456124" cy="2226454"/>
            </a:xfrm>
            <a:custGeom>
              <a:avLst/>
              <a:gdLst>
                <a:gd name="connsiteX0" fmla="*/ 399512 w 799024"/>
                <a:gd name="connsiteY0" fmla="*/ 0 h 2093120"/>
                <a:gd name="connsiteX1" fmla="*/ 799024 w 799024"/>
                <a:gd name="connsiteY1" fmla="*/ 358927 h 2093120"/>
                <a:gd name="connsiteX2" fmla="*/ 794947 w 799024"/>
                <a:gd name="connsiteY2" fmla="*/ 395269 h 2093120"/>
                <a:gd name="connsiteX3" fmla="*/ 796319 w 799024"/>
                <a:gd name="connsiteY3" fmla="*/ 399240 h 2093120"/>
                <a:gd name="connsiteX4" fmla="*/ 799024 w 799024"/>
                <a:gd name="connsiteY4" fmla="*/ 423353 h 2093120"/>
                <a:gd name="connsiteX5" fmla="*/ 799024 w 799024"/>
                <a:gd name="connsiteY5" fmla="*/ 1605968 h 2093120"/>
                <a:gd name="connsiteX6" fmla="*/ 791359 w 799024"/>
                <a:gd name="connsiteY6" fmla="*/ 1640078 h 2093120"/>
                <a:gd name="connsiteX7" fmla="*/ 799024 w 799024"/>
                <a:gd name="connsiteY7" fmla="*/ 1712516 h 2093120"/>
                <a:gd name="connsiteX8" fmla="*/ 399512 w 799024"/>
                <a:gd name="connsiteY8" fmla="*/ 2093120 h 2093120"/>
                <a:gd name="connsiteX9" fmla="*/ 0 w 799024"/>
                <a:gd name="connsiteY9" fmla="*/ 1712516 h 2093120"/>
                <a:gd name="connsiteX10" fmla="*/ 7665 w 799024"/>
                <a:gd name="connsiteY10" fmla="*/ 1640078 h 2093120"/>
                <a:gd name="connsiteX11" fmla="*/ 0 w 799024"/>
                <a:gd name="connsiteY11" fmla="*/ 1605968 h 2093120"/>
                <a:gd name="connsiteX12" fmla="*/ 0 w 799024"/>
                <a:gd name="connsiteY12" fmla="*/ 423353 h 2093120"/>
                <a:gd name="connsiteX13" fmla="*/ 2706 w 799024"/>
                <a:gd name="connsiteY13" fmla="*/ 399240 h 2093120"/>
                <a:gd name="connsiteX14" fmla="*/ 4078 w 799024"/>
                <a:gd name="connsiteY14" fmla="*/ 395269 h 2093120"/>
                <a:gd name="connsiteX15" fmla="*/ 0 w 799024"/>
                <a:gd name="connsiteY15" fmla="*/ 358927 h 2093120"/>
                <a:gd name="connsiteX16" fmla="*/ 399512 w 799024"/>
                <a:gd name="connsiteY16" fmla="*/ 0 h 2093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9024" h="2093120">
                  <a:moveTo>
                    <a:pt x="399512" y="0"/>
                  </a:moveTo>
                  <a:cubicBezTo>
                    <a:pt x="620156" y="0"/>
                    <a:pt x="799024" y="160697"/>
                    <a:pt x="799024" y="358927"/>
                  </a:cubicBezTo>
                  <a:lnTo>
                    <a:pt x="794947" y="395269"/>
                  </a:lnTo>
                  <a:lnTo>
                    <a:pt x="796319" y="399240"/>
                  </a:lnTo>
                  <a:cubicBezTo>
                    <a:pt x="798092" y="407029"/>
                    <a:pt x="799024" y="415093"/>
                    <a:pt x="799024" y="423353"/>
                  </a:cubicBezTo>
                  <a:lnTo>
                    <a:pt x="799024" y="1605968"/>
                  </a:lnTo>
                  <a:lnTo>
                    <a:pt x="791359" y="1640078"/>
                  </a:lnTo>
                  <a:lnTo>
                    <a:pt x="799024" y="1712516"/>
                  </a:lnTo>
                  <a:cubicBezTo>
                    <a:pt x="799024" y="1922718"/>
                    <a:pt x="620156" y="2093120"/>
                    <a:pt x="399512" y="2093120"/>
                  </a:cubicBezTo>
                  <a:cubicBezTo>
                    <a:pt x="178868" y="2093120"/>
                    <a:pt x="0" y="1922718"/>
                    <a:pt x="0" y="1712516"/>
                  </a:cubicBezTo>
                  <a:lnTo>
                    <a:pt x="7665" y="1640078"/>
                  </a:lnTo>
                  <a:lnTo>
                    <a:pt x="0" y="1605968"/>
                  </a:lnTo>
                  <a:lnTo>
                    <a:pt x="0" y="423353"/>
                  </a:lnTo>
                  <a:cubicBezTo>
                    <a:pt x="0" y="415093"/>
                    <a:pt x="932" y="407029"/>
                    <a:pt x="2706" y="399240"/>
                  </a:cubicBezTo>
                  <a:lnTo>
                    <a:pt x="4078" y="395269"/>
                  </a:lnTo>
                  <a:lnTo>
                    <a:pt x="0" y="358927"/>
                  </a:lnTo>
                  <a:cubicBezTo>
                    <a:pt x="0" y="160697"/>
                    <a:pt x="178868" y="0"/>
                    <a:pt x="399512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9" name="Oval 18"/>
            <p:cNvSpPr/>
            <p:nvPr/>
          </p:nvSpPr>
          <p:spPr>
            <a:xfrm>
              <a:off x="6126506" y="4765993"/>
              <a:ext cx="456124" cy="427400"/>
            </a:xfrm>
            <a:prstGeom prst="ellipse">
              <a:avLst/>
            </a:prstGeom>
            <a:grpFill/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5417456" y="577395"/>
              <a:ext cx="1677367" cy="1393372"/>
              <a:chOff x="3704771" y="969281"/>
              <a:chExt cx="1677367" cy="1393372"/>
            </a:xfrm>
            <a:grpFill/>
          </p:grpSpPr>
          <p:sp>
            <p:nvSpPr>
              <p:cNvPr id="43" name="Freeform 42"/>
              <p:cNvSpPr/>
              <p:nvPr/>
            </p:nvSpPr>
            <p:spPr>
              <a:xfrm>
                <a:off x="3879665" y="1171649"/>
                <a:ext cx="1059912" cy="977486"/>
              </a:xfrm>
              <a:custGeom>
                <a:avLst/>
                <a:gdLst>
                  <a:gd name="connsiteX0" fmla="*/ 529956 w 1059912"/>
                  <a:gd name="connsiteY0" fmla="*/ 0 h 977486"/>
                  <a:gd name="connsiteX1" fmla="*/ 1059912 w 1059912"/>
                  <a:gd name="connsiteY1" fmla="*/ 488743 h 977486"/>
                  <a:gd name="connsiteX2" fmla="*/ 529956 w 1059912"/>
                  <a:gd name="connsiteY2" fmla="*/ 977486 h 977486"/>
                  <a:gd name="connsiteX3" fmla="*/ 0 w 1059912"/>
                  <a:gd name="connsiteY3" fmla="*/ 488743 h 977486"/>
                  <a:gd name="connsiteX4" fmla="*/ 529956 w 1059912"/>
                  <a:gd name="connsiteY4" fmla="*/ 0 h 977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12" h="977486">
                    <a:moveTo>
                      <a:pt x="529956" y="0"/>
                    </a:moveTo>
                    <a:cubicBezTo>
                      <a:pt x="822643" y="0"/>
                      <a:pt x="1059912" y="218818"/>
                      <a:pt x="1059912" y="488743"/>
                    </a:cubicBezTo>
                    <a:cubicBezTo>
                      <a:pt x="1059912" y="758668"/>
                      <a:pt x="822643" y="977486"/>
                      <a:pt x="529956" y="977486"/>
                    </a:cubicBezTo>
                    <a:cubicBezTo>
                      <a:pt x="237269" y="977486"/>
                      <a:pt x="0" y="758668"/>
                      <a:pt x="0" y="488743"/>
                    </a:cubicBezTo>
                    <a:cubicBezTo>
                      <a:pt x="0" y="218818"/>
                      <a:pt x="237269" y="0"/>
                      <a:pt x="529956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2" name="Freeform 41"/>
              <p:cNvSpPr/>
              <p:nvPr/>
            </p:nvSpPr>
            <p:spPr>
              <a:xfrm>
                <a:off x="3704771" y="969281"/>
                <a:ext cx="1409700" cy="1393372"/>
              </a:xfrm>
              <a:custGeom>
                <a:avLst/>
                <a:gdLst>
                  <a:gd name="connsiteX0" fmla="*/ 704850 w 1409700"/>
                  <a:gd name="connsiteY0" fmla="*/ 0 h 1393372"/>
                  <a:gd name="connsiteX1" fmla="*/ 1409700 w 1409700"/>
                  <a:gd name="connsiteY1" fmla="*/ 696686 h 1393372"/>
                  <a:gd name="connsiteX2" fmla="*/ 704850 w 1409700"/>
                  <a:gd name="connsiteY2" fmla="*/ 1393372 h 1393372"/>
                  <a:gd name="connsiteX3" fmla="*/ 0 w 1409700"/>
                  <a:gd name="connsiteY3" fmla="*/ 696686 h 1393372"/>
                  <a:gd name="connsiteX4" fmla="*/ 704850 w 1409700"/>
                  <a:gd name="connsiteY4" fmla="*/ 0 h 1393372"/>
                  <a:gd name="connsiteX5" fmla="*/ 704850 w 1409700"/>
                  <a:gd name="connsiteY5" fmla="*/ 202368 h 1393372"/>
                  <a:gd name="connsiteX6" fmla="*/ 174894 w 1409700"/>
                  <a:gd name="connsiteY6" fmla="*/ 691111 h 1393372"/>
                  <a:gd name="connsiteX7" fmla="*/ 704850 w 1409700"/>
                  <a:gd name="connsiteY7" fmla="*/ 1179854 h 1393372"/>
                  <a:gd name="connsiteX8" fmla="*/ 1234806 w 1409700"/>
                  <a:gd name="connsiteY8" fmla="*/ 691111 h 1393372"/>
                  <a:gd name="connsiteX9" fmla="*/ 704850 w 1409700"/>
                  <a:gd name="connsiteY9" fmla="*/ 202368 h 139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409700" h="1393372">
                    <a:moveTo>
                      <a:pt x="704850" y="0"/>
                    </a:moveTo>
                    <a:cubicBezTo>
                      <a:pt x="1094128" y="0"/>
                      <a:pt x="1409700" y="311917"/>
                      <a:pt x="1409700" y="696686"/>
                    </a:cubicBezTo>
                    <a:cubicBezTo>
                      <a:pt x="1409700" y="1081455"/>
                      <a:pt x="1094128" y="1393372"/>
                      <a:pt x="704850" y="1393372"/>
                    </a:cubicBezTo>
                    <a:cubicBezTo>
                      <a:pt x="315572" y="1393372"/>
                      <a:pt x="0" y="1081455"/>
                      <a:pt x="0" y="696686"/>
                    </a:cubicBezTo>
                    <a:cubicBezTo>
                      <a:pt x="0" y="311917"/>
                      <a:pt x="315572" y="0"/>
                      <a:pt x="704850" y="0"/>
                    </a:cubicBezTo>
                    <a:close/>
                    <a:moveTo>
                      <a:pt x="704850" y="202368"/>
                    </a:moveTo>
                    <a:cubicBezTo>
                      <a:pt x="412163" y="202368"/>
                      <a:pt x="174894" y="421186"/>
                      <a:pt x="174894" y="691111"/>
                    </a:cubicBezTo>
                    <a:cubicBezTo>
                      <a:pt x="174894" y="961036"/>
                      <a:pt x="412163" y="1179854"/>
                      <a:pt x="704850" y="1179854"/>
                    </a:cubicBezTo>
                    <a:cubicBezTo>
                      <a:pt x="997537" y="1179854"/>
                      <a:pt x="1234806" y="961036"/>
                      <a:pt x="1234806" y="691111"/>
                    </a:cubicBezTo>
                    <a:cubicBezTo>
                      <a:pt x="1234806" y="421186"/>
                      <a:pt x="997537" y="202368"/>
                      <a:pt x="704850" y="202368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7" name="Freeform 36"/>
              <p:cNvSpPr/>
              <p:nvPr/>
            </p:nvSpPr>
            <p:spPr>
              <a:xfrm rot="7740000">
                <a:off x="4775837" y="1619269"/>
                <a:ext cx="269791" cy="942811"/>
              </a:xfrm>
              <a:custGeom>
                <a:avLst/>
                <a:gdLst>
                  <a:gd name="connsiteX0" fmla="*/ 399512 w 799024"/>
                  <a:gd name="connsiteY0" fmla="*/ 0 h 2093120"/>
                  <a:gd name="connsiteX1" fmla="*/ 799024 w 799024"/>
                  <a:gd name="connsiteY1" fmla="*/ 358927 h 2093120"/>
                  <a:gd name="connsiteX2" fmla="*/ 794947 w 799024"/>
                  <a:gd name="connsiteY2" fmla="*/ 395269 h 2093120"/>
                  <a:gd name="connsiteX3" fmla="*/ 796319 w 799024"/>
                  <a:gd name="connsiteY3" fmla="*/ 399240 h 2093120"/>
                  <a:gd name="connsiteX4" fmla="*/ 799024 w 799024"/>
                  <a:gd name="connsiteY4" fmla="*/ 423353 h 2093120"/>
                  <a:gd name="connsiteX5" fmla="*/ 799024 w 799024"/>
                  <a:gd name="connsiteY5" fmla="*/ 1605968 h 2093120"/>
                  <a:gd name="connsiteX6" fmla="*/ 791359 w 799024"/>
                  <a:gd name="connsiteY6" fmla="*/ 1640078 h 2093120"/>
                  <a:gd name="connsiteX7" fmla="*/ 799024 w 799024"/>
                  <a:gd name="connsiteY7" fmla="*/ 1712516 h 2093120"/>
                  <a:gd name="connsiteX8" fmla="*/ 399512 w 799024"/>
                  <a:gd name="connsiteY8" fmla="*/ 2093120 h 2093120"/>
                  <a:gd name="connsiteX9" fmla="*/ 0 w 799024"/>
                  <a:gd name="connsiteY9" fmla="*/ 1712516 h 2093120"/>
                  <a:gd name="connsiteX10" fmla="*/ 7665 w 799024"/>
                  <a:gd name="connsiteY10" fmla="*/ 1640078 h 2093120"/>
                  <a:gd name="connsiteX11" fmla="*/ 0 w 799024"/>
                  <a:gd name="connsiteY11" fmla="*/ 1605968 h 2093120"/>
                  <a:gd name="connsiteX12" fmla="*/ 0 w 799024"/>
                  <a:gd name="connsiteY12" fmla="*/ 423353 h 2093120"/>
                  <a:gd name="connsiteX13" fmla="*/ 2706 w 799024"/>
                  <a:gd name="connsiteY13" fmla="*/ 399240 h 2093120"/>
                  <a:gd name="connsiteX14" fmla="*/ 4078 w 799024"/>
                  <a:gd name="connsiteY14" fmla="*/ 395269 h 2093120"/>
                  <a:gd name="connsiteX15" fmla="*/ 0 w 799024"/>
                  <a:gd name="connsiteY15" fmla="*/ 358927 h 2093120"/>
                  <a:gd name="connsiteX16" fmla="*/ 399512 w 799024"/>
                  <a:gd name="connsiteY16" fmla="*/ 0 h 2093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99024" h="2093120">
                    <a:moveTo>
                      <a:pt x="399512" y="0"/>
                    </a:moveTo>
                    <a:cubicBezTo>
                      <a:pt x="620156" y="0"/>
                      <a:pt x="799024" y="160697"/>
                      <a:pt x="799024" y="358927"/>
                    </a:cubicBezTo>
                    <a:lnTo>
                      <a:pt x="794947" y="395269"/>
                    </a:lnTo>
                    <a:lnTo>
                      <a:pt x="796319" y="399240"/>
                    </a:lnTo>
                    <a:cubicBezTo>
                      <a:pt x="798092" y="407029"/>
                      <a:pt x="799024" y="415093"/>
                      <a:pt x="799024" y="423353"/>
                    </a:cubicBezTo>
                    <a:lnTo>
                      <a:pt x="799024" y="1605968"/>
                    </a:lnTo>
                    <a:lnTo>
                      <a:pt x="791359" y="1640078"/>
                    </a:lnTo>
                    <a:lnTo>
                      <a:pt x="799024" y="1712516"/>
                    </a:lnTo>
                    <a:cubicBezTo>
                      <a:pt x="799024" y="1922718"/>
                      <a:pt x="620156" y="2093120"/>
                      <a:pt x="399512" y="2093120"/>
                    </a:cubicBezTo>
                    <a:cubicBezTo>
                      <a:pt x="178868" y="2093120"/>
                      <a:pt x="0" y="1922718"/>
                      <a:pt x="0" y="1712516"/>
                    </a:cubicBezTo>
                    <a:lnTo>
                      <a:pt x="7665" y="1640078"/>
                    </a:lnTo>
                    <a:lnTo>
                      <a:pt x="0" y="1605968"/>
                    </a:lnTo>
                    <a:lnTo>
                      <a:pt x="0" y="423353"/>
                    </a:lnTo>
                    <a:cubicBezTo>
                      <a:pt x="0" y="415093"/>
                      <a:pt x="932" y="407029"/>
                      <a:pt x="2706" y="399240"/>
                    </a:cubicBezTo>
                    <a:lnTo>
                      <a:pt x="4078" y="395269"/>
                    </a:lnTo>
                    <a:lnTo>
                      <a:pt x="0" y="358927"/>
                    </a:lnTo>
                    <a:cubicBezTo>
                      <a:pt x="0" y="160697"/>
                      <a:pt x="178868" y="0"/>
                      <a:pt x="3995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33350" h="635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65380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pantherjai@outlook.com</dc:creator>
  <cp:lastModifiedBy>pantherjai@outlook.com</cp:lastModifiedBy>
  <cp:revision>6</cp:revision>
  <dcterms:created xsi:type="dcterms:W3CDTF">2026-05-25T16:37:27Z</dcterms:created>
  <dcterms:modified xsi:type="dcterms:W3CDTF">2026-05-25T20:01:36Z</dcterms:modified>
</cp:coreProperties>
</file>