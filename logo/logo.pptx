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66" d="100"/>
          <a:sy n="66" d="100"/>
        </p:scale>
        <p:origin x="89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5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49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30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36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33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48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47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8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21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2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07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0B855-104C-41CC-9203-0F7B4B1446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B6384-929A-45FB-8A91-EC67C8454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5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>
            <a:off x="6997700" y="2503487"/>
            <a:ext cx="736600" cy="1725613"/>
          </a:xfrm>
          <a:custGeom>
            <a:avLst/>
            <a:gdLst>
              <a:gd name="connsiteX0" fmla="*/ 660400 w 1320800"/>
              <a:gd name="connsiteY0" fmla="*/ 0 h 3175000"/>
              <a:gd name="connsiteX1" fmla="*/ 1320800 w 1320800"/>
              <a:gd name="connsiteY1" fmla="*/ 660400 h 3175000"/>
              <a:gd name="connsiteX2" fmla="*/ 1314060 w 1320800"/>
              <a:gd name="connsiteY2" fmla="*/ 727266 h 3175000"/>
              <a:gd name="connsiteX3" fmla="*/ 1316328 w 1320800"/>
              <a:gd name="connsiteY3" fmla="*/ 734573 h 3175000"/>
              <a:gd name="connsiteX4" fmla="*/ 1320800 w 1320800"/>
              <a:gd name="connsiteY4" fmla="*/ 778938 h 3175000"/>
              <a:gd name="connsiteX5" fmla="*/ 1320800 w 1320800"/>
              <a:gd name="connsiteY5" fmla="*/ 2954862 h 3175000"/>
              <a:gd name="connsiteX6" fmla="*/ 1100662 w 1320800"/>
              <a:gd name="connsiteY6" fmla="*/ 3175000 h 3175000"/>
              <a:gd name="connsiteX7" fmla="*/ 220138 w 1320800"/>
              <a:gd name="connsiteY7" fmla="*/ 3175000 h 3175000"/>
              <a:gd name="connsiteX8" fmla="*/ 0 w 1320800"/>
              <a:gd name="connsiteY8" fmla="*/ 2954862 h 3175000"/>
              <a:gd name="connsiteX9" fmla="*/ 0 w 1320800"/>
              <a:gd name="connsiteY9" fmla="*/ 778938 h 3175000"/>
              <a:gd name="connsiteX10" fmla="*/ 4473 w 1320800"/>
              <a:gd name="connsiteY10" fmla="*/ 734573 h 3175000"/>
              <a:gd name="connsiteX11" fmla="*/ 6741 w 1320800"/>
              <a:gd name="connsiteY11" fmla="*/ 727266 h 3175000"/>
              <a:gd name="connsiteX12" fmla="*/ 0 w 1320800"/>
              <a:gd name="connsiteY12" fmla="*/ 660400 h 3175000"/>
              <a:gd name="connsiteX13" fmla="*/ 660400 w 1320800"/>
              <a:gd name="connsiteY13" fmla="*/ 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0800" h="3175000">
                <a:moveTo>
                  <a:pt x="660400" y="0"/>
                </a:moveTo>
                <a:cubicBezTo>
                  <a:pt x="1025129" y="0"/>
                  <a:pt x="1320800" y="295671"/>
                  <a:pt x="1320800" y="660400"/>
                </a:cubicBezTo>
                <a:lnTo>
                  <a:pt x="1314060" y="727266"/>
                </a:lnTo>
                <a:lnTo>
                  <a:pt x="1316328" y="734573"/>
                </a:lnTo>
                <a:cubicBezTo>
                  <a:pt x="1319260" y="748903"/>
                  <a:pt x="1320800" y="763741"/>
                  <a:pt x="1320800" y="778938"/>
                </a:cubicBezTo>
                <a:lnTo>
                  <a:pt x="1320800" y="2954862"/>
                </a:lnTo>
                <a:cubicBezTo>
                  <a:pt x="1320800" y="3076441"/>
                  <a:pt x="1222241" y="3175000"/>
                  <a:pt x="1100662" y="3175000"/>
                </a:cubicBezTo>
                <a:lnTo>
                  <a:pt x="220138" y="3175000"/>
                </a:lnTo>
                <a:cubicBezTo>
                  <a:pt x="98559" y="3175000"/>
                  <a:pt x="0" y="3076441"/>
                  <a:pt x="0" y="2954862"/>
                </a:cubicBezTo>
                <a:lnTo>
                  <a:pt x="0" y="778938"/>
                </a:lnTo>
                <a:cubicBezTo>
                  <a:pt x="0" y="763741"/>
                  <a:pt x="1540" y="748903"/>
                  <a:pt x="4473" y="734573"/>
                </a:cubicBezTo>
                <a:lnTo>
                  <a:pt x="6741" y="727266"/>
                </a:lnTo>
                <a:lnTo>
                  <a:pt x="0" y="660400"/>
                </a:lnTo>
                <a:cubicBezTo>
                  <a:pt x="0" y="295671"/>
                  <a:pt x="295671" y="0"/>
                  <a:pt x="660400" y="0"/>
                </a:cubicBez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6223000" y="2208212"/>
            <a:ext cx="1016000" cy="2233613"/>
          </a:xfrm>
          <a:custGeom>
            <a:avLst/>
            <a:gdLst>
              <a:gd name="connsiteX0" fmla="*/ 660400 w 1320800"/>
              <a:gd name="connsiteY0" fmla="*/ 0 h 3175000"/>
              <a:gd name="connsiteX1" fmla="*/ 1320800 w 1320800"/>
              <a:gd name="connsiteY1" fmla="*/ 660400 h 3175000"/>
              <a:gd name="connsiteX2" fmla="*/ 1314060 w 1320800"/>
              <a:gd name="connsiteY2" fmla="*/ 727266 h 3175000"/>
              <a:gd name="connsiteX3" fmla="*/ 1316328 w 1320800"/>
              <a:gd name="connsiteY3" fmla="*/ 734573 h 3175000"/>
              <a:gd name="connsiteX4" fmla="*/ 1320800 w 1320800"/>
              <a:gd name="connsiteY4" fmla="*/ 778938 h 3175000"/>
              <a:gd name="connsiteX5" fmla="*/ 1320800 w 1320800"/>
              <a:gd name="connsiteY5" fmla="*/ 2954862 h 3175000"/>
              <a:gd name="connsiteX6" fmla="*/ 1100662 w 1320800"/>
              <a:gd name="connsiteY6" fmla="*/ 3175000 h 3175000"/>
              <a:gd name="connsiteX7" fmla="*/ 220138 w 1320800"/>
              <a:gd name="connsiteY7" fmla="*/ 3175000 h 3175000"/>
              <a:gd name="connsiteX8" fmla="*/ 0 w 1320800"/>
              <a:gd name="connsiteY8" fmla="*/ 2954862 h 3175000"/>
              <a:gd name="connsiteX9" fmla="*/ 0 w 1320800"/>
              <a:gd name="connsiteY9" fmla="*/ 778938 h 3175000"/>
              <a:gd name="connsiteX10" fmla="*/ 4473 w 1320800"/>
              <a:gd name="connsiteY10" fmla="*/ 734573 h 3175000"/>
              <a:gd name="connsiteX11" fmla="*/ 6741 w 1320800"/>
              <a:gd name="connsiteY11" fmla="*/ 727266 h 3175000"/>
              <a:gd name="connsiteX12" fmla="*/ 0 w 1320800"/>
              <a:gd name="connsiteY12" fmla="*/ 660400 h 3175000"/>
              <a:gd name="connsiteX13" fmla="*/ 660400 w 1320800"/>
              <a:gd name="connsiteY13" fmla="*/ 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0800" h="3175000">
                <a:moveTo>
                  <a:pt x="660400" y="0"/>
                </a:moveTo>
                <a:cubicBezTo>
                  <a:pt x="1025129" y="0"/>
                  <a:pt x="1320800" y="295671"/>
                  <a:pt x="1320800" y="660400"/>
                </a:cubicBezTo>
                <a:lnTo>
                  <a:pt x="1314060" y="727266"/>
                </a:lnTo>
                <a:lnTo>
                  <a:pt x="1316328" y="734573"/>
                </a:lnTo>
                <a:cubicBezTo>
                  <a:pt x="1319260" y="748903"/>
                  <a:pt x="1320800" y="763741"/>
                  <a:pt x="1320800" y="778938"/>
                </a:cubicBezTo>
                <a:lnTo>
                  <a:pt x="1320800" y="2954862"/>
                </a:lnTo>
                <a:cubicBezTo>
                  <a:pt x="1320800" y="3076441"/>
                  <a:pt x="1222241" y="3175000"/>
                  <a:pt x="1100662" y="3175000"/>
                </a:cubicBezTo>
                <a:lnTo>
                  <a:pt x="220138" y="3175000"/>
                </a:lnTo>
                <a:cubicBezTo>
                  <a:pt x="98559" y="3175000"/>
                  <a:pt x="0" y="3076441"/>
                  <a:pt x="0" y="2954862"/>
                </a:cubicBezTo>
                <a:lnTo>
                  <a:pt x="0" y="778938"/>
                </a:lnTo>
                <a:cubicBezTo>
                  <a:pt x="0" y="763741"/>
                  <a:pt x="1540" y="748903"/>
                  <a:pt x="4473" y="734573"/>
                </a:cubicBezTo>
                <a:lnTo>
                  <a:pt x="6741" y="727266"/>
                </a:lnTo>
                <a:lnTo>
                  <a:pt x="0" y="660400"/>
                </a:lnTo>
                <a:cubicBezTo>
                  <a:pt x="0" y="295671"/>
                  <a:pt x="295671" y="0"/>
                  <a:pt x="660400" y="0"/>
                </a:cubicBez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 8"/>
          <p:cNvSpPr/>
          <p:nvPr/>
        </p:nvSpPr>
        <p:spPr>
          <a:xfrm>
            <a:off x="5435600" y="1965325"/>
            <a:ext cx="1066800" cy="2670175"/>
          </a:xfrm>
          <a:custGeom>
            <a:avLst/>
            <a:gdLst>
              <a:gd name="connsiteX0" fmla="*/ 660400 w 1320800"/>
              <a:gd name="connsiteY0" fmla="*/ 0 h 3175000"/>
              <a:gd name="connsiteX1" fmla="*/ 1320800 w 1320800"/>
              <a:gd name="connsiteY1" fmla="*/ 660400 h 3175000"/>
              <a:gd name="connsiteX2" fmla="*/ 1314060 w 1320800"/>
              <a:gd name="connsiteY2" fmla="*/ 727266 h 3175000"/>
              <a:gd name="connsiteX3" fmla="*/ 1316328 w 1320800"/>
              <a:gd name="connsiteY3" fmla="*/ 734573 h 3175000"/>
              <a:gd name="connsiteX4" fmla="*/ 1320800 w 1320800"/>
              <a:gd name="connsiteY4" fmla="*/ 778938 h 3175000"/>
              <a:gd name="connsiteX5" fmla="*/ 1320800 w 1320800"/>
              <a:gd name="connsiteY5" fmla="*/ 2954862 h 3175000"/>
              <a:gd name="connsiteX6" fmla="*/ 1100662 w 1320800"/>
              <a:gd name="connsiteY6" fmla="*/ 3175000 h 3175000"/>
              <a:gd name="connsiteX7" fmla="*/ 220138 w 1320800"/>
              <a:gd name="connsiteY7" fmla="*/ 3175000 h 3175000"/>
              <a:gd name="connsiteX8" fmla="*/ 0 w 1320800"/>
              <a:gd name="connsiteY8" fmla="*/ 2954862 h 3175000"/>
              <a:gd name="connsiteX9" fmla="*/ 0 w 1320800"/>
              <a:gd name="connsiteY9" fmla="*/ 778938 h 3175000"/>
              <a:gd name="connsiteX10" fmla="*/ 4473 w 1320800"/>
              <a:gd name="connsiteY10" fmla="*/ 734573 h 3175000"/>
              <a:gd name="connsiteX11" fmla="*/ 6741 w 1320800"/>
              <a:gd name="connsiteY11" fmla="*/ 727266 h 3175000"/>
              <a:gd name="connsiteX12" fmla="*/ 0 w 1320800"/>
              <a:gd name="connsiteY12" fmla="*/ 660400 h 3175000"/>
              <a:gd name="connsiteX13" fmla="*/ 660400 w 1320800"/>
              <a:gd name="connsiteY13" fmla="*/ 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0800" h="3175000">
                <a:moveTo>
                  <a:pt x="660400" y="0"/>
                </a:moveTo>
                <a:cubicBezTo>
                  <a:pt x="1025129" y="0"/>
                  <a:pt x="1320800" y="295671"/>
                  <a:pt x="1320800" y="660400"/>
                </a:cubicBezTo>
                <a:lnTo>
                  <a:pt x="1314060" y="727266"/>
                </a:lnTo>
                <a:lnTo>
                  <a:pt x="1316328" y="734573"/>
                </a:lnTo>
                <a:cubicBezTo>
                  <a:pt x="1319260" y="748903"/>
                  <a:pt x="1320800" y="763741"/>
                  <a:pt x="1320800" y="778938"/>
                </a:cubicBezTo>
                <a:lnTo>
                  <a:pt x="1320800" y="2954862"/>
                </a:lnTo>
                <a:cubicBezTo>
                  <a:pt x="1320800" y="3076441"/>
                  <a:pt x="1222241" y="3175000"/>
                  <a:pt x="1100662" y="3175000"/>
                </a:cubicBezTo>
                <a:lnTo>
                  <a:pt x="220138" y="3175000"/>
                </a:lnTo>
                <a:cubicBezTo>
                  <a:pt x="98559" y="3175000"/>
                  <a:pt x="0" y="3076441"/>
                  <a:pt x="0" y="2954862"/>
                </a:cubicBezTo>
                <a:lnTo>
                  <a:pt x="0" y="778938"/>
                </a:lnTo>
                <a:cubicBezTo>
                  <a:pt x="0" y="763741"/>
                  <a:pt x="1540" y="748903"/>
                  <a:pt x="4473" y="734573"/>
                </a:cubicBezTo>
                <a:lnTo>
                  <a:pt x="6741" y="727266"/>
                </a:lnTo>
                <a:lnTo>
                  <a:pt x="0" y="660400"/>
                </a:lnTo>
                <a:cubicBezTo>
                  <a:pt x="0" y="295671"/>
                  <a:pt x="295671" y="0"/>
                  <a:pt x="660400" y="0"/>
                </a:cubicBez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 7"/>
          <p:cNvSpPr/>
          <p:nvPr/>
        </p:nvSpPr>
        <p:spPr>
          <a:xfrm>
            <a:off x="4508500" y="1758950"/>
            <a:ext cx="1219200" cy="2984500"/>
          </a:xfrm>
          <a:custGeom>
            <a:avLst/>
            <a:gdLst>
              <a:gd name="connsiteX0" fmla="*/ 660400 w 1320800"/>
              <a:gd name="connsiteY0" fmla="*/ 0 h 3175000"/>
              <a:gd name="connsiteX1" fmla="*/ 1320800 w 1320800"/>
              <a:gd name="connsiteY1" fmla="*/ 660400 h 3175000"/>
              <a:gd name="connsiteX2" fmla="*/ 1314060 w 1320800"/>
              <a:gd name="connsiteY2" fmla="*/ 727266 h 3175000"/>
              <a:gd name="connsiteX3" fmla="*/ 1316328 w 1320800"/>
              <a:gd name="connsiteY3" fmla="*/ 734573 h 3175000"/>
              <a:gd name="connsiteX4" fmla="*/ 1320800 w 1320800"/>
              <a:gd name="connsiteY4" fmla="*/ 778938 h 3175000"/>
              <a:gd name="connsiteX5" fmla="*/ 1320800 w 1320800"/>
              <a:gd name="connsiteY5" fmla="*/ 2954862 h 3175000"/>
              <a:gd name="connsiteX6" fmla="*/ 1100662 w 1320800"/>
              <a:gd name="connsiteY6" fmla="*/ 3175000 h 3175000"/>
              <a:gd name="connsiteX7" fmla="*/ 220138 w 1320800"/>
              <a:gd name="connsiteY7" fmla="*/ 3175000 h 3175000"/>
              <a:gd name="connsiteX8" fmla="*/ 0 w 1320800"/>
              <a:gd name="connsiteY8" fmla="*/ 2954862 h 3175000"/>
              <a:gd name="connsiteX9" fmla="*/ 0 w 1320800"/>
              <a:gd name="connsiteY9" fmla="*/ 778938 h 3175000"/>
              <a:gd name="connsiteX10" fmla="*/ 4473 w 1320800"/>
              <a:gd name="connsiteY10" fmla="*/ 734573 h 3175000"/>
              <a:gd name="connsiteX11" fmla="*/ 6741 w 1320800"/>
              <a:gd name="connsiteY11" fmla="*/ 727266 h 3175000"/>
              <a:gd name="connsiteX12" fmla="*/ 0 w 1320800"/>
              <a:gd name="connsiteY12" fmla="*/ 660400 h 3175000"/>
              <a:gd name="connsiteX13" fmla="*/ 660400 w 1320800"/>
              <a:gd name="connsiteY13" fmla="*/ 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0800" h="3175000">
                <a:moveTo>
                  <a:pt x="660400" y="0"/>
                </a:moveTo>
                <a:cubicBezTo>
                  <a:pt x="1025129" y="0"/>
                  <a:pt x="1320800" y="295671"/>
                  <a:pt x="1320800" y="660400"/>
                </a:cubicBezTo>
                <a:lnTo>
                  <a:pt x="1314060" y="727266"/>
                </a:lnTo>
                <a:lnTo>
                  <a:pt x="1316328" y="734573"/>
                </a:lnTo>
                <a:cubicBezTo>
                  <a:pt x="1319260" y="748903"/>
                  <a:pt x="1320800" y="763741"/>
                  <a:pt x="1320800" y="778938"/>
                </a:cubicBezTo>
                <a:lnTo>
                  <a:pt x="1320800" y="2954862"/>
                </a:lnTo>
                <a:cubicBezTo>
                  <a:pt x="1320800" y="3076441"/>
                  <a:pt x="1222241" y="3175000"/>
                  <a:pt x="1100662" y="3175000"/>
                </a:cubicBezTo>
                <a:lnTo>
                  <a:pt x="220138" y="3175000"/>
                </a:lnTo>
                <a:cubicBezTo>
                  <a:pt x="98559" y="3175000"/>
                  <a:pt x="0" y="3076441"/>
                  <a:pt x="0" y="2954862"/>
                </a:cubicBezTo>
                <a:lnTo>
                  <a:pt x="0" y="778938"/>
                </a:lnTo>
                <a:cubicBezTo>
                  <a:pt x="0" y="763741"/>
                  <a:pt x="1540" y="748903"/>
                  <a:pt x="4473" y="734573"/>
                </a:cubicBezTo>
                <a:lnTo>
                  <a:pt x="6741" y="727266"/>
                </a:lnTo>
                <a:lnTo>
                  <a:pt x="0" y="660400"/>
                </a:lnTo>
                <a:cubicBezTo>
                  <a:pt x="0" y="295671"/>
                  <a:pt x="295671" y="0"/>
                  <a:pt x="660400" y="0"/>
                </a:cubicBez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 5"/>
          <p:cNvSpPr/>
          <p:nvPr/>
        </p:nvSpPr>
        <p:spPr>
          <a:xfrm>
            <a:off x="3530600" y="1600200"/>
            <a:ext cx="1409700" cy="3302000"/>
          </a:xfrm>
          <a:custGeom>
            <a:avLst/>
            <a:gdLst>
              <a:gd name="connsiteX0" fmla="*/ 660400 w 1320800"/>
              <a:gd name="connsiteY0" fmla="*/ 0 h 3175000"/>
              <a:gd name="connsiteX1" fmla="*/ 1320800 w 1320800"/>
              <a:gd name="connsiteY1" fmla="*/ 660400 h 3175000"/>
              <a:gd name="connsiteX2" fmla="*/ 1314060 w 1320800"/>
              <a:gd name="connsiteY2" fmla="*/ 727266 h 3175000"/>
              <a:gd name="connsiteX3" fmla="*/ 1316328 w 1320800"/>
              <a:gd name="connsiteY3" fmla="*/ 734573 h 3175000"/>
              <a:gd name="connsiteX4" fmla="*/ 1320800 w 1320800"/>
              <a:gd name="connsiteY4" fmla="*/ 778938 h 3175000"/>
              <a:gd name="connsiteX5" fmla="*/ 1320800 w 1320800"/>
              <a:gd name="connsiteY5" fmla="*/ 2954862 h 3175000"/>
              <a:gd name="connsiteX6" fmla="*/ 1100662 w 1320800"/>
              <a:gd name="connsiteY6" fmla="*/ 3175000 h 3175000"/>
              <a:gd name="connsiteX7" fmla="*/ 220138 w 1320800"/>
              <a:gd name="connsiteY7" fmla="*/ 3175000 h 3175000"/>
              <a:gd name="connsiteX8" fmla="*/ 0 w 1320800"/>
              <a:gd name="connsiteY8" fmla="*/ 2954862 h 3175000"/>
              <a:gd name="connsiteX9" fmla="*/ 0 w 1320800"/>
              <a:gd name="connsiteY9" fmla="*/ 778938 h 3175000"/>
              <a:gd name="connsiteX10" fmla="*/ 4473 w 1320800"/>
              <a:gd name="connsiteY10" fmla="*/ 734573 h 3175000"/>
              <a:gd name="connsiteX11" fmla="*/ 6741 w 1320800"/>
              <a:gd name="connsiteY11" fmla="*/ 727266 h 3175000"/>
              <a:gd name="connsiteX12" fmla="*/ 0 w 1320800"/>
              <a:gd name="connsiteY12" fmla="*/ 660400 h 3175000"/>
              <a:gd name="connsiteX13" fmla="*/ 660400 w 1320800"/>
              <a:gd name="connsiteY13" fmla="*/ 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0800" h="3175000">
                <a:moveTo>
                  <a:pt x="660400" y="0"/>
                </a:moveTo>
                <a:cubicBezTo>
                  <a:pt x="1025129" y="0"/>
                  <a:pt x="1320800" y="295671"/>
                  <a:pt x="1320800" y="660400"/>
                </a:cubicBezTo>
                <a:lnTo>
                  <a:pt x="1314060" y="727266"/>
                </a:lnTo>
                <a:lnTo>
                  <a:pt x="1316328" y="734573"/>
                </a:lnTo>
                <a:cubicBezTo>
                  <a:pt x="1319260" y="748903"/>
                  <a:pt x="1320800" y="763741"/>
                  <a:pt x="1320800" y="778938"/>
                </a:cubicBezTo>
                <a:lnTo>
                  <a:pt x="1320800" y="2954862"/>
                </a:lnTo>
                <a:cubicBezTo>
                  <a:pt x="1320800" y="3076441"/>
                  <a:pt x="1222241" y="3175000"/>
                  <a:pt x="1100662" y="3175000"/>
                </a:cubicBezTo>
                <a:lnTo>
                  <a:pt x="220138" y="3175000"/>
                </a:lnTo>
                <a:cubicBezTo>
                  <a:pt x="98559" y="3175000"/>
                  <a:pt x="0" y="3076441"/>
                  <a:pt x="0" y="2954862"/>
                </a:cubicBezTo>
                <a:lnTo>
                  <a:pt x="0" y="778938"/>
                </a:lnTo>
                <a:cubicBezTo>
                  <a:pt x="0" y="763741"/>
                  <a:pt x="1540" y="748903"/>
                  <a:pt x="4473" y="734573"/>
                </a:cubicBezTo>
                <a:lnTo>
                  <a:pt x="6741" y="727266"/>
                </a:lnTo>
                <a:lnTo>
                  <a:pt x="0" y="660400"/>
                </a:lnTo>
                <a:cubicBezTo>
                  <a:pt x="0" y="295671"/>
                  <a:pt x="295671" y="0"/>
                  <a:pt x="660400" y="0"/>
                </a:cubicBezTo>
                <a:close/>
              </a:path>
            </a:pathLst>
          </a:cu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/>
          <p:cNvGrpSpPr/>
          <p:nvPr/>
        </p:nvGrpSpPr>
        <p:grpSpPr>
          <a:xfrm>
            <a:off x="4280438" y="2503487"/>
            <a:ext cx="456124" cy="2239963"/>
            <a:chOff x="9411776" y="2021680"/>
            <a:chExt cx="799024" cy="2105820"/>
          </a:xfrm>
        </p:grpSpPr>
        <p:sp>
          <p:nvSpPr>
            <p:cNvPr id="20" name="Freeform 19"/>
            <p:cNvSpPr/>
            <p:nvPr/>
          </p:nvSpPr>
          <p:spPr>
            <a:xfrm>
              <a:off x="9411776" y="2021680"/>
              <a:ext cx="799024" cy="2093120"/>
            </a:xfrm>
            <a:custGeom>
              <a:avLst/>
              <a:gdLst>
                <a:gd name="connsiteX0" fmla="*/ 399512 w 799024"/>
                <a:gd name="connsiteY0" fmla="*/ 0 h 2093120"/>
                <a:gd name="connsiteX1" fmla="*/ 799024 w 799024"/>
                <a:gd name="connsiteY1" fmla="*/ 358927 h 2093120"/>
                <a:gd name="connsiteX2" fmla="*/ 794947 w 799024"/>
                <a:gd name="connsiteY2" fmla="*/ 395269 h 2093120"/>
                <a:gd name="connsiteX3" fmla="*/ 796319 w 799024"/>
                <a:gd name="connsiteY3" fmla="*/ 399240 h 2093120"/>
                <a:gd name="connsiteX4" fmla="*/ 799024 w 799024"/>
                <a:gd name="connsiteY4" fmla="*/ 423353 h 2093120"/>
                <a:gd name="connsiteX5" fmla="*/ 799024 w 799024"/>
                <a:gd name="connsiteY5" fmla="*/ 1605968 h 2093120"/>
                <a:gd name="connsiteX6" fmla="*/ 791359 w 799024"/>
                <a:gd name="connsiteY6" fmla="*/ 1640078 h 2093120"/>
                <a:gd name="connsiteX7" fmla="*/ 799024 w 799024"/>
                <a:gd name="connsiteY7" fmla="*/ 1712516 h 2093120"/>
                <a:gd name="connsiteX8" fmla="*/ 399512 w 799024"/>
                <a:gd name="connsiteY8" fmla="*/ 2093120 h 2093120"/>
                <a:gd name="connsiteX9" fmla="*/ 0 w 799024"/>
                <a:gd name="connsiteY9" fmla="*/ 1712516 h 2093120"/>
                <a:gd name="connsiteX10" fmla="*/ 7665 w 799024"/>
                <a:gd name="connsiteY10" fmla="*/ 1640078 h 2093120"/>
                <a:gd name="connsiteX11" fmla="*/ 0 w 799024"/>
                <a:gd name="connsiteY11" fmla="*/ 1605968 h 2093120"/>
                <a:gd name="connsiteX12" fmla="*/ 0 w 799024"/>
                <a:gd name="connsiteY12" fmla="*/ 423353 h 2093120"/>
                <a:gd name="connsiteX13" fmla="*/ 2706 w 799024"/>
                <a:gd name="connsiteY13" fmla="*/ 399240 h 2093120"/>
                <a:gd name="connsiteX14" fmla="*/ 4078 w 799024"/>
                <a:gd name="connsiteY14" fmla="*/ 395269 h 2093120"/>
                <a:gd name="connsiteX15" fmla="*/ 0 w 799024"/>
                <a:gd name="connsiteY15" fmla="*/ 358927 h 2093120"/>
                <a:gd name="connsiteX16" fmla="*/ 399512 w 799024"/>
                <a:gd name="connsiteY16" fmla="*/ 0 h 20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9024" h="2093120">
                  <a:moveTo>
                    <a:pt x="399512" y="0"/>
                  </a:moveTo>
                  <a:cubicBezTo>
                    <a:pt x="620156" y="0"/>
                    <a:pt x="799024" y="160697"/>
                    <a:pt x="799024" y="358927"/>
                  </a:cubicBezTo>
                  <a:lnTo>
                    <a:pt x="794947" y="395269"/>
                  </a:lnTo>
                  <a:lnTo>
                    <a:pt x="796319" y="399240"/>
                  </a:lnTo>
                  <a:cubicBezTo>
                    <a:pt x="798092" y="407029"/>
                    <a:pt x="799024" y="415093"/>
                    <a:pt x="799024" y="423353"/>
                  </a:cubicBezTo>
                  <a:lnTo>
                    <a:pt x="799024" y="1605968"/>
                  </a:lnTo>
                  <a:lnTo>
                    <a:pt x="791359" y="1640078"/>
                  </a:lnTo>
                  <a:lnTo>
                    <a:pt x="799024" y="1712516"/>
                  </a:lnTo>
                  <a:cubicBezTo>
                    <a:pt x="799024" y="1922718"/>
                    <a:pt x="620156" y="2093120"/>
                    <a:pt x="399512" y="2093120"/>
                  </a:cubicBezTo>
                  <a:cubicBezTo>
                    <a:pt x="178868" y="2093120"/>
                    <a:pt x="0" y="1922718"/>
                    <a:pt x="0" y="1712516"/>
                  </a:cubicBezTo>
                  <a:lnTo>
                    <a:pt x="7665" y="1640078"/>
                  </a:lnTo>
                  <a:lnTo>
                    <a:pt x="0" y="1605968"/>
                  </a:lnTo>
                  <a:lnTo>
                    <a:pt x="0" y="423353"/>
                  </a:lnTo>
                  <a:cubicBezTo>
                    <a:pt x="0" y="415093"/>
                    <a:pt x="932" y="407029"/>
                    <a:pt x="2706" y="399240"/>
                  </a:cubicBezTo>
                  <a:lnTo>
                    <a:pt x="4078" y="395269"/>
                  </a:lnTo>
                  <a:lnTo>
                    <a:pt x="0" y="358927"/>
                  </a:lnTo>
                  <a:cubicBezTo>
                    <a:pt x="0" y="160697"/>
                    <a:pt x="178868" y="0"/>
                    <a:pt x="399512" y="0"/>
                  </a:cubicBezTo>
                  <a:close/>
                </a:path>
              </a:pathLst>
            </a:cu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411776" y="3725695"/>
              <a:ext cx="799024" cy="401805"/>
            </a:xfrm>
            <a:prstGeom prst="ellipse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231862" y="2665794"/>
            <a:ext cx="355868" cy="1969706"/>
            <a:chOff x="9411776" y="2021680"/>
            <a:chExt cx="799024" cy="2105820"/>
          </a:xfrm>
        </p:grpSpPr>
        <p:sp>
          <p:nvSpPr>
            <p:cNvPr id="23" name="Freeform 22"/>
            <p:cNvSpPr/>
            <p:nvPr/>
          </p:nvSpPr>
          <p:spPr>
            <a:xfrm>
              <a:off x="9411776" y="2021680"/>
              <a:ext cx="799024" cy="2093120"/>
            </a:xfrm>
            <a:custGeom>
              <a:avLst/>
              <a:gdLst>
                <a:gd name="connsiteX0" fmla="*/ 399512 w 799024"/>
                <a:gd name="connsiteY0" fmla="*/ 0 h 2093120"/>
                <a:gd name="connsiteX1" fmla="*/ 799024 w 799024"/>
                <a:gd name="connsiteY1" fmla="*/ 358927 h 2093120"/>
                <a:gd name="connsiteX2" fmla="*/ 794947 w 799024"/>
                <a:gd name="connsiteY2" fmla="*/ 395269 h 2093120"/>
                <a:gd name="connsiteX3" fmla="*/ 796319 w 799024"/>
                <a:gd name="connsiteY3" fmla="*/ 399240 h 2093120"/>
                <a:gd name="connsiteX4" fmla="*/ 799024 w 799024"/>
                <a:gd name="connsiteY4" fmla="*/ 423353 h 2093120"/>
                <a:gd name="connsiteX5" fmla="*/ 799024 w 799024"/>
                <a:gd name="connsiteY5" fmla="*/ 1605968 h 2093120"/>
                <a:gd name="connsiteX6" fmla="*/ 791359 w 799024"/>
                <a:gd name="connsiteY6" fmla="*/ 1640078 h 2093120"/>
                <a:gd name="connsiteX7" fmla="*/ 799024 w 799024"/>
                <a:gd name="connsiteY7" fmla="*/ 1712516 h 2093120"/>
                <a:gd name="connsiteX8" fmla="*/ 399512 w 799024"/>
                <a:gd name="connsiteY8" fmla="*/ 2093120 h 2093120"/>
                <a:gd name="connsiteX9" fmla="*/ 0 w 799024"/>
                <a:gd name="connsiteY9" fmla="*/ 1712516 h 2093120"/>
                <a:gd name="connsiteX10" fmla="*/ 7665 w 799024"/>
                <a:gd name="connsiteY10" fmla="*/ 1640078 h 2093120"/>
                <a:gd name="connsiteX11" fmla="*/ 0 w 799024"/>
                <a:gd name="connsiteY11" fmla="*/ 1605968 h 2093120"/>
                <a:gd name="connsiteX12" fmla="*/ 0 w 799024"/>
                <a:gd name="connsiteY12" fmla="*/ 423353 h 2093120"/>
                <a:gd name="connsiteX13" fmla="*/ 2706 w 799024"/>
                <a:gd name="connsiteY13" fmla="*/ 399240 h 2093120"/>
                <a:gd name="connsiteX14" fmla="*/ 4078 w 799024"/>
                <a:gd name="connsiteY14" fmla="*/ 395269 h 2093120"/>
                <a:gd name="connsiteX15" fmla="*/ 0 w 799024"/>
                <a:gd name="connsiteY15" fmla="*/ 358927 h 2093120"/>
                <a:gd name="connsiteX16" fmla="*/ 399512 w 799024"/>
                <a:gd name="connsiteY16" fmla="*/ 0 h 20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9024" h="2093120">
                  <a:moveTo>
                    <a:pt x="399512" y="0"/>
                  </a:moveTo>
                  <a:cubicBezTo>
                    <a:pt x="620156" y="0"/>
                    <a:pt x="799024" y="160697"/>
                    <a:pt x="799024" y="358927"/>
                  </a:cubicBezTo>
                  <a:lnTo>
                    <a:pt x="794947" y="395269"/>
                  </a:lnTo>
                  <a:lnTo>
                    <a:pt x="796319" y="399240"/>
                  </a:lnTo>
                  <a:cubicBezTo>
                    <a:pt x="798092" y="407029"/>
                    <a:pt x="799024" y="415093"/>
                    <a:pt x="799024" y="423353"/>
                  </a:cubicBezTo>
                  <a:lnTo>
                    <a:pt x="799024" y="1605968"/>
                  </a:lnTo>
                  <a:lnTo>
                    <a:pt x="791359" y="1640078"/>
                  </a:lnTo>
                  <a:lnTo>
                    <a:pt x="799024" y="1712516"/>
                  </a:lnTo>
                  <a:cubicBezTo>
                    <a:pt x="799024" y="1922718"/>
                    <a:pt x="620156" y="2093120"/>
                    <a:pt x="399512" y="2093120"/>
                  </a:cubicBezTo>
                  <a:cubicBezTo>
                    <a:pt x="178868" y="2093120"/>
                    <a:pt x="0" y="1922718"/>
                    <a:pt x="0" y="1712516"/>
                  </a:cubicBezTo>
                  <a:lnTo>
                    <a:pt x="7665" y="1640078"/>
                  </a:lnTo>
                  <a:lnTo>
                    <a:pt x="0" y="1605968"/>
                  </a:lnTo>
                  <a:lnTo>
                    <a:pt x="0" y="423353"/>
                  </a:lnTo>
                  <a:cubicBezTo>
                    <a:pt x="0" y="415093"/>
                    <a:pt x="932" y="407029"/>
                    <a:pt x="2706" y="399240"/>
                  </a:cubicBezTo>
                  <a:lnTo>
                    <a:pt x="4078" y="395269"/>
                  </a:lnTo>
                  <a:lnTo>
                    <a:pt x="0" y="358927"/>
                  </a:lnTo>
                  <a:cubicBezTo>
                    <a:pt x="0" y="160697"/>
                    <a:pt x="178868" y="0"/>
                    <a:pt x="399512" y="0"/>
                  </a:cubicBezTo>
                  <a:close/>
                </a:path>
              </a:pathLst>
            </a:cu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9411776" y="3725695"/>
              <a:ext cx="799024" cy="401805"/>
            </a:xfrm>
            <a:prstGeom prst="ellipse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031692" y="2793693"/>
            <a:ext cx="317769" cy="1648132"/>
            <a:chOff x="9411776" y="2021680"/>
            <a:chExt cx="799024" cy="2105820"/>
          </a:xfrm>
        </p:grpSpPr>
        <p:sp>
          <p:nvSpPr>
            <p:cNvPr id="26" name="Freeform 25"/>
            <p:cNvSpPr/>
            <p:nvPr/>
          </p:nvSpPr>
          <p:spPr>
            <a:xfrm>
              <a:off x="9411776" y="2021680"/>
              <a:ext cx="799024" cy="2093120"/>
            </a:xfrm>
            <a:custGeom>
              <a:avLst/>
              <a:gdLst>
                <a:gd name="connsiteX0" fmla="*/ 399512 w 799024"/>
                <a:gd name="connsiteY0" fmla="*/ 0 h 2093120"/>
                <a:gd name="connsiteX1" fmla="*/ 799024 w 799024"/>
                <a:gd name="connsiteY1" fmla="*/ 358927 h 2093120"/>
                <a:gd name="connsiteX2" fmla="*/ 794947 w 799024"/>
                <a:gd name="connsiteY2" fmla="*/ 395269 h 2093120"/>
                <a:gd name="connsiteX3" fmla="*/ 796319 w 799024"/>
                <a:gd name="connsiteY3" fmla="*/ 399240 h 2093120"/>
                <a:gd name="connsiteX4" fmla="*/ 799024 w 799024"/>
                <a:gd name="connsiteY4" fmla="*/ 423353 h 2093120"/>
                <a:gd name="connsiteX5" fmla="*/ 799024 w 799024"/>
                <a:gd name="connsiteY5" fmla="*/ 1605968 h 2093120"/>
                <a:gd name="connsiteX6" fmla="*/ 791359 w 799024"/>
                <a:gd name="connsiteY6" fmla="*/ 1640078 h 2093120"/>
                <a:gd name="connsiteX7" fmla="*/ 799024 w 799024"/>
                <a:gd name="connsiteY7" fmla="*/ 1712516 h 2093120"/>
                <a:gd name="connsiteX8" fmla="*/ 399512 w 799024"/>
                <a:gd name="connsiteY8" fmla="*/ 2093120 h 2093120"/>
                <a:gd name="connsiteX9" fmla="*/ 0 w 799024"/>
                <a:gd name="connsiteY9" fmla="*/ 1712516 h 2093120"/>
                <a:gd name="connsiteX10" fmla="*/ 7665 w 799024"/>
                <a:gd name="connsiteY10" fmla="*/ 1640078 h 2093120"/>
                <a:gd name="connsiteX11" fmla="*/ 0 w 799024"/>
                <a:gd name="connsiteY11" fmla="*/ 1605968 h 2093120"/>
                <a:gd name="connsiteX12" fmla="*/ 0 w 799024"/>
                <a:gd name="connsiteY12" fmla="*/ 423353 h 2093120"/>
                <a:gd name="connsiteX13" fmla="*/ 2706 w 799024"/>
                <a:gd name="connsiteY13" fmla="*/ 399240 h 2093120"/>
                <a:gd name="connsiteX14" fmla="*/ 4078 w 799024"/>
                <a:gd name="connsiteY14" fmla="*/ 395269 h 2093120"/>
                <a:gd name="connsiteX15" fmla="*/ 0 w 799024"/>
                <a:gd name="connsiteY15" fmla="*/ 358927 h 2093120"/>
                <a:gd name="connsiteX16" fmla="*/ 399512 w 799024"/>
                <a:gd name="connsiteY16" fmla="*/ 0 h 20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9024" h="2093120">
                  <a:moveTo>
                    <a:pt x="399512" y="0"/>
                  </a:moveTo>
                  <a:cubicBezTo>
                    <a:pt x="620156" y="0"/>
                    <a:pt x="799024" y="160697"/>
                    <a:pt x="799024" y="358927"/>
                  </a:cubicBezTo>
                  <a:lnTo>
                    <a:pt x="794947" y="395269"/>
                  </a:lnTo>
                  <a:lnTo>
                    <a:pt x="796319" y="399240"/>
                  </a:lnTo>
                  <a:cubicBezTo>
                    <a:pt x="798092" y="407029"/>
                    <a:pt x="799024" y="415093"/>
                    <a:pt x="799024" y="423353"/>
                  </a:cubicBezTo>
                  <a:lnTo>
                    <a:pt x="799024" y="1605968"/>
                  </a:lnTo>
                  <a:lnTo>
                    <a:pt x="791359" y="1640078"/>
                  </a:lnTo>
                  <a:lnTo>
                    <a:pt x="799024" y="1712516"/>
                  </a:lnTo>
                  <a:cubicBezTo>
                    <a:pt x="799024" y="1922718"/>
                    <a:pt x="620156" y="2093120"/>
                    <a:pt x="399512" y="2093120"/>
                  </a:cubicBezTo>
                  <a:cubicBezTo>
                    <a:pt x="178868" y="2093120"/>
                    <a:pt x="0" y="1922718"/>
                    <a:pt x="0" y="1712516"/>
                  </a:cubicBezTo>
                  <a:lnTo>
                    <a:pt x="7665" y="1640078"/>
                  </a:lnTo>
                  <a:lnTo>
                    <a:pt x="0" y="1605968"/>
                  </a:lnTo>
                  <a:lnTo>
                    <a:pt x="0" y="423353"/>
                  </a:lnTo>
                  <a:cubicBezTo>
                    <a:pt x="0" y="415093"/>
                    <a:pt x="932" y="407029"/>
                    <a:pt x="2706" y="399240"/>
                  </a:cubicBezTo>
                  <a:lnTo>
                    <a:pt x="4078" y="395269"/>
                  </a:lnTo>
                  <a:lnTo>
                    <a:pt x="0" y="358927"/>
                  </a:lnTo>
                  <a:cubicBezTo>
                    <a:pt x="0" y="160697"/>
                    <a:pt x="178868" y="0"/>
                    <a:pt x="399512" y="0"/>
                  </a:cubicBezTo>
                  <a:close/>
                </a:path>
              </a:pathLst>
            </a:cu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9411776" y="3725695"/>
              <a:ext cx="799024" cy="401805"/>
            </a:xfrm>
            <a:prstGeom prst="ellipse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812878" y="2964496"/>
            <a:ext cx="305338" cy="1270001"/>
            <a:chOff x="9411776" y="2021680"/>
            <a:chExt cx="799024" cy="2105820"/>
          </a:xfrm>
        </p:grpSpPr>
        <p:sp>
          <p:nvSpPr>
            <p:cNvPr id="29" name="Freeform 28"/>
            <p:cNvSpPr/>
            <p:nvPr/>
          </p:nvSpPr>
          <p:spPr>
            <a:xfrm>
              <a:off x="9411776" y="2021680"/>
              <a:ext cx="799024" cy="2093120"/>
            </a:xfrm>
            <a:custGeom>
              <a:avLst/>
              <a:gdLst>
                <a:gd name="connsiteX0" fmla="*/ 399512 w 799024"/>
                <a:gd name="connsiteY0" fmla="*/ 0 h 2093120"/>
                <a:gd name="connsiteX1" fmla="*/ 799024 w 799024"/>
                <a:gd name="connsiteY1" fmla="*/ 358927 h 2093120"/>
                <a:gd name="connsiteX2" fmla="*/ 794947 w 799024"/>
                <a:gd name="connsiteY2" fmla="*/ 395269 h 2093120"/>
                <a:gd name="connsiteX3" fmla="*/ 796319 w 799024"/>
                <a:gd name="connsiteY3" fmla="*/ 399240 h 2093120"/>
                <a:gd name="connsiteX4" fmla="*/ 799024 w 799024"/>
                <a:gd name="connsiteY4" fmla="*/ 423353 h 2093120"/>
                <a:gd name="connsiteX5" fmla="*/ 799024 w 799024"/>
                <a:gd name="connsiteY5" fmla="*/ 1605968 h 2093120"/>
                <a:gd name="connsiteX6" fmla="*/ 791359 w 799024"/>
                <a:gd name="connsiteY6" fmla="*/ 1640078 h 2093120"/>
                <a:gd name="connsiteX7" fmla="*/ 799024 w 799024"/>
                <a:gd name="connsiteY7" fmla="*/ 1712516 h 2093120"/>
                <a:gd name="connsiteX8" fmla="*/ 399512 w 799024"/>
                <a:gd name="connsiteY8" fmla="*/ 2093120 h 2093120"/>
                <a:gd name="connsiteX9" fmla="*/ 0 w 799024"/>
                <a:gd name="connsiteY9" fmla="*/ 1712516 h 2093120"/>
                <a:gd name="connsiteX10" fmla="*/ 7665 w 799024"/>
                <a:gd name="connsiteY10" fmla="*/ 1640078 h 2093120"/>
                <a:gd name="connsiteX11" fmla="*/ 0 w 799024"/>
                <a:gd name="connsiteY11" fmla="*/ 1605968 h 2093120"/>
                <a:gd name="connsiteX12" fmla="*/ 0 w 799024"/>
                <a:gd name="connsiteY12" fmla="*/ 423353 h 2093120"/>
                <a:gd name="connsiteX13" fmla="*/ 2706 w 799024"/>
                <a:gd name="connsiteY13" fmla="*/ 399240 h 2093120"/>
                <a:gd name="connsiteX14" fmla="*/ 4078 w 799024"/>
                <a:gd name="connsiteY14" fmla="*/ 395269 h 2093120"/>
                <a:gd name="connsiteX15" fmla="*/ 0 w 799024"/>
                <a:gd name="connsiteY15" fmla="*/ 358927 h 2093120"/>
                <a:gd name="connsiteX16" fmla="*/ 399512 w 799024"/>
                <a:gd name="connsiteY16" fmla="*/ 0 h 20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9024" h="2093120">
                  <a:moveTo>
                    <a:pt x="399512" y="0"/>
                  </a:moveTo>
                  <a:cubicBezTo>
                    <a:pt x="620156" y="0"/>
                    <a:pt x="799024" y="160697"/>
                    <a:pt x="799024" y="358927"/>
                  </a:cubicBezTo>
                  <a:lnTo>
                    <a:pt x="794947" y="395269"/>
                  </a:lnTo>
                  <a:lnTo>
                    <a:pt x="796319" y="399240"/>
                  </a:lnTo>
                  <a:cubicBezTo>
                    <a:pt x="798092" y="407029"/>
                    <a:pt x="799024" y="415093"/>
                    <a:pt x="799024" y="423353"/>
                  </a:cubicBezTo>
                  <a:lnTo>
                    <a:pt x="799024" y="1605968"/>
                  </a:lnTo>
                  <a:lnTo>
                    <a:pt x="791359" y="1640078"/>
                  </a:lnTo>
                  <a:lnTo>
                    <a:pt x="799024" y="1712516"/>
                  </a:lnTo>
                  <a:cubicBezTo>
                    <a:pt x="799024" y="1922718"/>
                    <a:pt x="620156" y="2093120"/>
                    <a:pt x="399512" y="2093120"/>
                  </a:cubicBezTo>
                  <a:cubicBezTo>
                    <a:pt x="178868" y="2093120"/>
                    <a:pt x="0" y="1922718"/>
                    <a:pt x="0" y="1712516"/>
                  </a:cubicBezTo>
                  <a:lnTo>
                    <a:pt x="7665" y="1640078"/>
                  </a:lnTo>
                  <a:lnTo>
                    <a:pt x="0" y="1605968"/>
                  </a:lnTo>
                  <a:lnTo>
                    <a:pt x="0" y="423353"/>
                  </a:lnTo>
                  <a:cubicBezTo>
                    <a:pt x="0" y="415093"/>
                    <a:pt x="932" y="407029"/>
                    <a:pt x="2706" y="399240"/>
                  </a:cubicBezTo>
                  <a:lnTo>
                    <a:pt x="4078" y="395269"/>
                  </a:lnTo>
                  <a:lnTo>
                    <a:pt x="0" y="358927"/>
                  </a:lnTo>
                  <a:cubicBezTo>
                    <a:pt x="0" y="160697"/>
                    <a:pt x="178868" y="0"/>
                    <a:pt x="399512" y="0"/>
                  </a:cubicBezTo>
                  <a:close/>
                </a:path>
              </a:pathLst>
            </a:cu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9411776" y="3725695"/>
              <a:ext cx="799024" cy="401805"/>
            </a:xfrm>
            <a:prstGeom prst="ellipse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430308" y="3154680"/>
            <a:ext cx="240222" cy="895033"/>
            <a:chOff x="9411776" y="2021680"/>
            <a:chExt cx="799024" cy="2105820"/>
          </a:xfrm>
        </p:grpSpPr>
        <p:sp>
          <p:nvSpPr>
            <p:cNvPr id="32" name="Freeform 31"/>
            <p:cNvSpPr/>
            <p:nvPr/>
          </p:nvSpPr>
          <p:spPr>
            <a:xfrm>
              <a:off x="9411776" y="2021680"/>
              <a:ext cx="799024" cy="2093120"/>
            </a:xfrm>
            <a:custGeom>
              <a:avLst/>
              <a:gdLst>
                <a:gd name="connsiteX0" fmla="*/ 399512 w 799024"/>
                <a:gd name="connsiteY0" fmla="*/ 0 h 2093120"/>
                <a:gd name="connsiteX1" fmla="*/ 799024 w 799024"/>
                <a:gd name="connsiteY1" fmla="*/ 358927 h 2093120"/>
                <a:gd name="connsiteX2" fmla="*/ 794947 w 799024"/>
                <a:gd name="connsiteY2" fmla="*/ 395269 h 2093120"/>
                <a:gd name="connsiteX3" fmla="*/ 796319 w 799024"/>
                <a:gd name="connsiteY3" fmla="*/ 399240 h 2093120"/>
                <a:gd name="connsiteX4" fmla="*/ 799024 w 799024"/>
                <a:gd name="connsiteY4" fmla="*/ 423353 h 2093120"/>
                <a:gd name="connsiteX5" fmla="*/ 799024 w 799024"/>
                <a:gd name="connsiteY5" fmla="*/ 1605968 h 2093120"/>
                <a:gd name="connsiteX6" fmla="*/ 791359 w 799024"/>
                <a:gd name="connsiteY6" fmla="*/ 1640078 h 2093120"/>
                <a:gd name="connsiteX7" fmla="*/ 799024 w 799024"/>
                <a:gd name="connsiteY7" fmla="*/ 1712516 h 2093120"/>
                <a:gd name="connsiteX8" fmla="*/ 399512 w 799024"/>
                <a:gd name="connsiteY8" fmla="*/ 2093120 h 2093120"/>
                <a:gd name="connsiteX9" fmla="*/ 0 w 799024"/>
                <a:gd name="connsiteY9" fmla="*/ 1712516 h 2093120"/>
                <a:gd name="connsiteX10" fmla="*/ 7665 w 799024"/>
                <a:gd name="connsiteY10" fmla="*/ 1640078 h 2093120"/>
                <a:gd name="connsiteX11" fmla="*/ 0 w 799024"/>
                <a:gd name="connsiteY11" fmla="*/ 1605968 h 2093120"/>
                <a:gd name="connsiteX12" fmla="*/ 0 w 799024"/>
                <a:gd name="connsiteY12" fmla="*/ 423353 h 2093120"/>
                <a:gd name="connsiteX13" fmla="*/ 2706 w 799024"/>
                <a:gd name="connsiteY13" fmla="*/ 399240 h 2093120"/>
                <a:gd name="connsiteX14" fmla="*/ 4078 w 799024"/>
                <a:gd name="connsiteY14" fmla="*/ 395269 h 2093120"/>
                <a:gd name="connsiteX15" fmla="*/ 0 w 799024"/>
                <a:gd name="connsiteY15" fmla="*/ 358927 h 2093120"/>
                <a:gd name="connsiteX16" fmla="*/ 399512 w 799024"/>
                <a:gd name="connsiteY16" fmla="*/ 0 h 20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9024" h="2093120">
                  <a:moveTo>
                    <a:pt x="399512" y="0"/>
                  </a:moveTo>
                  <a:cubicBezTo>
                    <a:pt x="620156" y="0"/>
                    <a:pt x="799024" y="160697"/>
                    <a:pt x="799024" y="358927"/>
                  </a:cubicBezTo>
                  <a:lnTo>
                    <a:pt x="794947" y="395269"/>
                  </a:lnTo>
                  <a:lnTo>
                    <a:pt x="796319" y="399240"/>
                  </a:lnTo>
                  <a:cubicBezTo>
                    <a:pt x="798092" y="407029"/>
                    <a:pt x="799024" y="415093"/>
                    <a:pt x="799024" y="423353"/>
                  </a:cubicBezTo>
                  <a:lnTo>
                    <a:pt x="799024" y="1605968"/>
                  </a:lnTo>
                  <a:lnTo>
                    <a:pt x="791359" y="1640078"/>
                  </a:lnTo>
                  <a:lnTo>
                    <a:pt x="799024" y="1712516"/>
                  </a:lnTo>
                  <a:cubicBezTo>
                    <a:pt x="799024" y="1922718"/>
                    <a:pt x="620156" y="2093120"/>
                    <a:pt x="399512" y="2093120"/>
                  </a:cubicBezTo>
                  <a:cubicBezTo>
                    <a:pt x="178868" y="2093120"/>
                    <a:pt x="0" y="1922718"/>
                    <a:pt x="0" y="1712516"/>
                  </a:cubicBezTo>
                  <a:lnTo>
                    <a:pt x="7665" y="1640078"/>
                  </a:lnTo>
                  <a:lnTo>
                    <a:pt x="0" y="1605968"/>
                  </a:lnTo>
                  <a:lnTo>
                    <a:pt x="0" y="423353"/>
                  </a:lnTo>
                  <a:cubicBezTo>
                    <a:pt x="0" y="415093"/>
                    <a:pt x="932" y="407029"/>
                    <a:pt x="2706" y="399240"/>
                  </a:cubicBezTo>
                  <a:lnTo>
                    <a:pt x="4078" y="395269"/>
                  </a:lnTo>
                  <a:lnTo>
                    <a:pt x="0" y="358927"/>
                  </a:lnTo>
                  <a:cubicBezTo>
                    <a:pt x="0" y="160697"/>
                    <a:pt x="178868" y="0"/>
                    <a:pt x="399512" y="0"/>
                  </a:cubicBezTo>
                  <a:close/>
                </a:path>
              </a:pathLst>
            </a:cu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9411776" y="3725695"/>
              <a:ext cx="799024" cy="401805"/>
            </a:xfrm>
            <a:prstGeom prst="ellipse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6538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pantherjai@outlook.com</dc:creator>
  <cp:lastModifiedBy>pantherjai@outlook.com</cp:lastModifiedBy>
  <cp:revision>2</cp:revision>
  <dcterms:created xsi:type="dcterms:W3CDTF">2026-05-25T16:37:27Z</dcterms:created>
  <dcterms:modified xsi:type="dcterms:W3CDTF">2026-05-25T16:39:33Z</dcterms:modified>
</cp:coreProperties>
</file>