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45F0-2AF5-487D-BE59-93E7E0665B20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0E0F-CD86-457B-8E76-C696B665E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598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45F0-2AF5-487D-BE59-93E7E0665B20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0E0F-CD86-457B-8E76-C696B665E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432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45F0-2AF5-487D-BE59-93E7E0665B20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0E0F-CD86-457B-8E76-C696B665E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412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45F0-2AF5-487D-BE59-93E7E0665B20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0E0F-CD86-457B-8E76-C696B665E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084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45F0-2AF5-487D-BE59-93E7E0665B20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0E0F-CD86-457B-8E76-C696B665E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308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45F0-2AF5-487D-BE59-93E7E0665B20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0E0F-CD86-457B-8E76-C696B665E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668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45F0-2AF5-487D-BE59-93E7E0665B20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0E0F-CD86-457B-8E76-C696B665E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27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45F0-2AF5-487D-BE59-93E7E0665B20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0E0F-CD86-457B-8E76-C696B665E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716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45F0-2AF5-487D-BE59-93E7E0665B20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0E0F-CD86-457B-8E76-C696B665E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775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45F0-2AF5-487D-BE59-93E7E0665B20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0E0F-CD86-457B-8E76-C696B665E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709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45F0-2AF5-487D-BE59-93E7E0665B20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0E0F-CD86-457B-8E76-C696B665E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952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645F0-2AF5-487D-BE59-93E7E0665B20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AF0E0F-CD86-457B-8E76-C696B665E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302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1648" y="804672"/>
            <a:ext cx="11704320" cy="58887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171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pantherjai@outlook.com</dc:creator>
  <cp:lastModifiedBy>pantherjai@outlook.com</cp:lastModifiedBy>
  <cp:revision>1</cp:revision>
  <dcterms:created xsi:type="dcterms:W3CDTF">2026-02-19T10:06:07Z</dcterms:created>
  <dcterms:modified xsi:type="dcterms:W3CDTF">2026-02-19T10:09:44Z</dcterms:modified>
</cp:coreProperties>
</file>